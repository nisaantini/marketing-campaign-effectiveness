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60" r:id="rId3"/>
    <p:sldId id="257" r:id="rId4"/>
    <p:sldId id="258" r:id="rId5"/>
    <p:sldId id="259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96E4415-265F-4D1E-83D8-51A452D7FEBA}" type="doc">
      <dgm:prSet loTypeId="urn:microsoft.com/office/officeart/2005/8/layout/process1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MY"/>
        </a:p>
      </dgm:t>
    </dgm:pt>
    <dgm:pt modelId="{72959048-C03D-469E-BDD5-208BF6D40D06}">
      <dgm:prSet phldrT="[Text]" phldr="0"/>
      <dgm:spPr/>
      <dgm:t>
        <a:bodyPr/>
        <a:lstStyle/>
        <a:p>
          <a:r>
            <a:rPr lang="en-US" dirty="0"/>
            <a:t>Competitive market</a:t>
          </a:r>
          <a:endParaRPr lang="en-MY" dirty="0"/>
        </a:p>
      </dgm:t>
    </dgm:pt>
    <dgm:pt modelId="{FB4E19E5-0180-43A4-860E-0F8D59A7BAA4}" type="parTrans" cxnId="{E0FE746E-A3DF-4108-900C-4FBDD2141750}">
      <dgm:prSet/>
      <dgm:spPr/>
      <dgm:t>
        <a:bodyPr/>
        <a:lstStyle/>
        <a:p>
          <a:endParaRPr lang="en-MY"/>
        </a:p>
      </dgm:t>
    </dgm:pt>
    <dgm:pt modelId="{8F01620C-3661-4123-A041-D89FF984CF3C}" type="sibTrans" cxnId="{E0FE746E-A3DF-4108-900C-4FBDD2141750}">
      <dgm:prSet/>
      <dgm:spPr/>
      <dgm:t>
        <a:bodyPr/>
        <a:lstStyle/>
        <a:p>
          <a:endParaRPr lang="en-MY"/>
        </a:p>
      </dgm:t>
    </dgm:pt>
    <dgm:pt modelId="{8731EB1E-1591-4EA0-B423-CBCEF20A7ABE}">
      <dgm:prSet phldrT="[Text]" phldr="0"/>
      <dgm:spPr/>
      <dgm:t>
        <a:bodyPr/>
        <a:lstStyle/>
        <a:p>
          <a:r>
            <a:rPr lang="en-US" dirty="0"/>
            <a:t>Invest resource</a:t>
          </a:r>
          <a:endParaRPr lang="en-MY" dirty="0"/>
        </a:p>
      </dgm:t>
    </dgm:pt>
    <dgm:pt modelId="{40487B53-065F-4B52-92C5-ABF2CE6DA0A9}" type="parTrans" cxnId="{ECD7DF24-8039-4920-8949-1946F5BCA9E7}">
      <dgm:prSet/>
      <dgm:spPr/>
      <dgm:t>
        <a:bodyPr/>
        <a:lstStyle/>
        <a:p>
          <a:endParaRPr lang="en-MY"/>
        </a:p>
      </dgm:t>
    </dgm:pt>
    <dgm:pt modelId="{FF5CE6D2-826F-42D2-9E1E-6F860A19F070}" type="sibTrans" cxnId="{ECD7DF24-8039-4920-8949-1946F5BCA9E7}">
      <dgm:prSet/>
      <dgm:spPr/>
      <dgm:t>
        <a:bodyPr/>
        <a:lstStyle/>
        <a:p>
          <a:endParaRPr lang="en-MY"/>
        </a:p>
      </dgm:t>
    </dgm:pt>
    <dgm:pt modelId="{4D5C92CD-A983-4765-A8CA-14FFAB153C8E}">
      <dgm:prSet phldrT="[Text]" phldr="0"/>
      <dgm:spPr/>
      <dgm:t>
        <a:bodyPr/>
        <a:lstStyle/>
        <a:p>
          <a:r>
            <a:rPr lang="en-US" dirty="0"/>
            <a:t>Marketing campaign</a:t>
          </a:r>
          <a:endParaRPr lang="en-MY" dirty="0"/>
        </a:p>
      </dgm:t>
    </dgm:pt>
    <dgm:pt modelId="{2AFD5AD6-E8CB-47D3-AC1D-E76F84112BA3}" type="parTrans" cxnId="{594155CC-9ED9-413C-AED2-687FC58AE613}">
      <dgm:prSet/>
      <dgm:spPr/>
      <dgm:t>
        <a:bodyPr/>
        <a:lstStyle/>
        <a:p>
          <a:endParaRPr lang="en-MY"/>
        </a:p>
      </dgm:t>
    </dgm:pt>
    <dgm:pt modelId="{259CC96F-5C45-40BB-9FA1-31F444F8395B}" type="sibTrans" cxnId="{594155CC-9ED9-413C-AED2-687FC58AE613}">
      <dgm:prSet/>
      <dgm:spPr/>
      <dgm:t>
        <a:bodyPr/>
        <a:lstStyle/>
        <a:p>
          <a:endParaRPr lang="en-MY"/>
        </a:p>
      </dgm:t>
    </dgm:pt>
    <dgm:pt modelId="{9C41DC82-7B54-461D-B8F0-7909B27E1D88}">
      <dgm:prSet phldrT="[Text]" phldr="0"/>
      <dgm:spPr/>
      <dgm:t>
        <a:bodyPr/>
        <a:lstStyle/>
        <a:p>
          <a:r>
            <a:rPr lang="en-US" dirty="0"/>
            <a:t>Multiple channels</a:t>
          </a:r>
          <a:endParaRPr lang="en-MY" dirty="0"/>
        </a:p>
      </dgm:t>
    </dgm:pt>
    <dgm:pt modelId="{81507E7B-88DD-453B-B4F3-BFA48015240F}" type="parTrans" cxnId="{7DFA85AE-0CB3-45FB-AD8A-AAC25FF35BC3}">
      <dgm:prSet/>
      <dgm:spPr/>
      <dgm:t>
        <a:bodyPr/>
        <a:lstStyle/>
        <a:p>
          <a:endParaRPr lang="en-MY"/>
        </a:p>
      </dgm:t>
    </dgm:pt>
    <dgm:pt modelId="{46EAD7D8-1245-47B5-B09A-A00B158BFD4B}" type="sibTrans" cxnId="{7DFA85AE-0CB3-45FB-AD8A-AAC25FF35BC3}">
      <dgm:prSet/>
      <dgm:spPr/>
      <dgm:t>
        <a:bodyPr/>
        <a:lstStyle/>
        <a:p>
          <a:endParaRPr lang="en-MY"/>
        </a:p>
      </dgm:t>
    </dgm:pt>
    <dgm:pt modelId="{B38BA3A6-64C9-4551-85C4-55941EEF4E7F}" type="pres">
      <dgm:prSet presAssocID="{696E4415-265F-4D1E-83D8-51A452D7FEBA}" presName="Name0" presStyleCnt="0">
        <dgm:presLayoutVars>
          <dgm:dir/>
          <dgm:resizeHandles val="exact"/>
        </dgm:presLayoutVars>
      </dgm:prSet>
      <dgm:spPr/>
    </dgm:pt>
    <dgm:pt modelId="{809979E0-198E-4FF6-B980-2E8A8D946D91}" type="pres">
      <dgm:prSet presAssocID="{72959048-C03D-469E-BDD5-208BF6D40D06}" presName="node" presStyleLbl="node1" presStyleIdx="0" presStyleCnt="4">
        <dgm:presLayoutVars>
          <dgm:bulletEnabled val="1"/>
        </dgm:presLayoutVars>
      </dgm:prSet>
      <dgm:spPr/>
    </dgm:pt>
    <dgm:pt modelId="{70FFE182-73D8-42D6-955D-6A9FD5F14E27}" type="pres">
      <dgm:prSet presAssocID="{8F01620C-3661-4123-A041-D89FF984CF3C}" presName="sibTrans" presStyleLbl="sibTrans2D1" presStyleIdx="0" presStyleCnt="3"/>
      <dgm:spPr/>
    </dgm:pt>
    <dgm:pt modelId="{77216B0F-DD84-43F7-ADEE-D55BFA25CD1F}" type="pres">
      <dgm:prSet presAssocID="{8F01620C-3661-4123-A041-D89FF984CF3C}" presName="connectorText" presStyleLbl="sibTrans2D1" presStyleIdx="0" presStyleCnt="3"/>
      <dgm:spPr/>
    </dgm:pt>
    <dgm:pt modelId="{2F6C6FD8-3C65-4D49-8D14-B9BECEA576BF}" type="pres">
      <dgm:prSet presAssocID="{8731EB1E-1591-4EA0-B423-CBCEF20A7ABE}" presName="node" presStyleLbl="node1" presStyleIdx="1" presStyleCnt="4">
        <dgm:presLayoutVars>
          <dgm:bulletEnabled val="1"/>
        </dgm:presLayoutVars>
      </dgm:prSet>
      <dgm:spPr/>
    </dgm:pt>
    <dgm:pt modelId="{DE69A184-1675-4AAD-B9CC-4E8FFDE4D523}" type="pres">
      <dgm:prSet presAssocID="{FF5CE6D2-826F-42D2-9E1E-6F860A19F070}" presName="sibTrans" presStyleLbl="sibTrans2D1" presStyleIdx="1" presStyleCnt="3"/>
      <dgm:spPr/>
    </dgm:pt>
    <dgm:pt modelId="{32062DC7-E6F7-42D0-85A3-C6B919DE927C}" type="pres">
      <dgm:prSet presAssocID="{FF5CE6D2-826F-42D2-9E1E-6F860A19F070}" presName="connectorText" presStyleLbl="sibTrans2D1" presStyleIdx="1" presStyleCnt="3"/>
      <dgm:spPr/>
    </dgm:pt>
    <dgm:pt modelId="{D2A1FF32-4851-4C18-951B-A07EA2FDA668}" type="pres">
      <dgm:prSet presAssocID="{4D5C92CD-A983-4765-A8CA-14FFAB153C8E}" presName="node" presStyleLbl="node1" presStyleIdx="2" presStyleCnt="4">
        <dgm:presLayoutVars>
          <dgm:bulletEnabled val="1"/>
        </dgm:presLayoutVars>
      </dgm:prSet>
      <dgm:spPr/>
    </dgm:pt>
    <dgm:pt modelId="{51CBC487-C38E-45FD-A3BE-218FDD43D740}" type="pres">
      <dgm:prSet presAssocID="{259CC96F-5C45-40BB-9FA1-31F444F8395B}" presName="sibTrans" presStyleLbl="sibTrans2D1" presStyleIdx="2" presStyleCnt="3"/>
      <dgm:spPr/>
    </dgm:pt>
    <dgm:pt modelId="{22C090A3-3E20-4F99-BB81-7614C1663B31}" type="pres">
      <dgm:prSet presAssocID="{259CC96F-5C45-40BB-9FA1-31F444F8395B}" presName="connectorText" presStyleLbl="sibTrans2D1" presStyleIdx="2" presStyleCnt="3"/>
      <dgm:spPr/>
    </dgm:pt>
    <dgm:pt modelId="{164B3934-A906-4BBE-AAAF-32BB3A6EA1DA}" type="pres">
      <dgm:prSet presAssocID="{9C41DC82-7B54-461D-B8F0-7909B27E1D88}" presName="node" presStyleLbl="node1" presStyleIdx="3" presStyleCnt="4">
        <dgm:presLayoutVars>
          <dgm:bulletEnabled val="1"/>
        </dgm:presLayoutVars>
      </dgm:prSet>
      <dgm:spPr/>
    </dgm:pt>
  </dgm:ptLst>
  <dgm:cxnLst>
    <dgm:cxn modelId="{A110FF08-EA11-4728-BDB1-C30AEFA7E030}" type="presOf" srcId="{696E4415-265F-4D1E-83D8-51A452D7FEBA}" destId="{B38BA3A6-64C9-4551-85C4-55941EEF4E7F}" srcOrd="0" destOrd="0" presId="urn:microsoft.com/office/officeart/2005/8/layout/process1"/>
    <dgm:cxn modelId="{31A96C18-E9F5-4465-B6BE-43A17DEA6E51}" type="presOf" srcId="{9C41DC82-7B54-461D-B8F0-7909B27E1D88}" destId="{164B3934-A906-4BBE-AAAF-32BB3A6EA1DA}" srcOrd="0" destOrd="0" presId="urn:microsoft.com/office/officeart/2005/8/layout/process1"/>
    <dgm:cxn modelId="{ECD7DF24-8039-4920-8949-1946F5BCA9E7}" srcId="{696E4415-265F-4D1E-83D8-51A452D7FEBA}" destId="{8731EB1E-1591-4EA0-B423-CBCEF20A7ABE}" srcOrd="1" destOrd="0" parTransId="{40487B53-065F-4B52-92C5-ABF2CE6DA0A9}" sibTransId="{FF5CE6D2-826F-42D2-9E1E-6F860A19F070}"/>
    <dgm:cxn modelId="{BAE6F13A-D398-4A8E-9BB6-02ADE3CFBCC1}" type="presOf" srcId="{8F01620C-3661-4123-A041-D89FF984CF3C}" destId="{70FFE182-73D8-42D6-955D-6A9FD5F14E27}" srcOrd="0" destOrd="0" presId="urn:microsoft.com/office/officeart/2005/8/layout/process1"/>
    <dgm:cxn modelId="{6F79F069-31E1-4090-B8E2-0C27AC3CDAD6}" type="presOf" srcId="{8F01620C-3661-4123-A041-D89FF984CF3C}" destId="{77216B0F-DD84-43F7-ADEE-D55BFA25CD1F}" srcOrd="1" destOrd="0" presId="urn:microsoft.com/office/officeart/2005/8/layout/process1"/>
    <dgm:cxn modelId="{E0FE746E-A3DF-4108-900C-4FBDD2141750}" srcId="{696E4415-265F-4D1E-83D8-51A452D7FEBA}" destId="{72959048-C03D-469E-BDD5-208BF6D40D06}" srcOrd="0" destOrd="0" parTransId="{FB4E19E5-0180-43A4-860E-0F8D59A7BAA4}" sibTransId="{8F01620C-3661-4123-A041-D89FF984CF3C}"/>
    <dgm:cxn modelId="{4CA4FA54-25CD-45B4-8FCC-C076CFA7536B}" type="presOf" srcId="{72959048-C03D-469E-BDD5-208BF6D40D06}" destId="{809979E0-198E-4FF6-B980-2E8A8D946D91}" srcOrd="0" destOrd="0" presId="urn:microsoft.com/office/officeart/2005/8/layout/process1"/>
    <dgm:cxn modelId="{7DFA85AE-0CB3-45FB-AD8A-AAC25FF35BC3}" srcId="{696E4415-265F-4D1E-83D8-51A452D7FEBA}" destId="{9C41DC82-7B54-461D-B8F0-7909B27E1D88}" srcOrd="3" destOrd="0" parTransId="{81507E7B-88DD-453B-B4F3-BFA48015240F}" sibTransId="{46EAD7D8-1245-47B5-B09A-A00B158BFD4B}"/>
    <dgm:cxn modelId="{30E2B9B3-C616-49FB-A35C-E0A8E5C00DC3}" type="presOf" srcId="{FF5CE6D2-826F-42D2-9E1E-6F860A19F070}" destId="{DE69A184-1675-4AAD-B9CC-4E8FFDE4D523}" srcOrd="0" destOrd="0" presId="urn:microsoft.com/office/officeart/2005/8/layout/process1"/>
    <dgm:cxn modelId="{072312BE-1976-43DC-82AF-028803E7BB43}" type="presOf" srcId="{FF5CE6D2-826F-42D2-9E1E-6F860A19F070}" destId="{32062DC7-E6F7-42D0-85A3-C6B919DE927C}" srcOrd="1" destOrd="0" presId="urn:microsoft.com/office/officeart/2005/8/layout/process1"/>
    <dgm:cxn modelId="{259C9BBE-98D9-40FC-B181-1481198982BF}" type="presOf" srcId="{259CC96F-5C45-40BB-9FA1-31F444F8395B}" destId="{51CBC487-C38E-45FD-A3BE-218FDD43D740}" srcOrd="0" destOrd="0" presId="urn:microsoft.com/office/officeart/2005/8/layout/process1"/>
    <dgm:cxn modelId="{249A4CCC-9CFF-4A20-8E76-A452854C2CC2}" type="presOf" srcId="{4D5C92CD-A983-4765-A8CA-14FFAB153C8E}" destId="{D2A1FF32-4851-4C18-951B-A07EA2FDA668}" srcOrd="0" destOrd="0" presId="urn:microsoft.com/office/officeart/2005/8/layout/process1"/>
    <dgm:cxn modelId="{594155CC-9ED9-413C-AED2-687FC58AE613}" srcId="{696E4415-265F-4D1E-83D8-51A452D7FEBA}" destId="{4D5C92CD-A983-4765-A8CA-14FFAB153C8E}" srcOrd="2" destOrd="0" parTransId="{2AFD5AD6-E8CB-47D3-AC1D-E76F84112BA3}" sibTransId="{259CC96F-5C45-40BB-9FA1-31F444F8395B}"/>
    <dgm:cxn modelId="{55A826E6-F162-49C4-8C01-96811468DD2C}" type="presOf" srcId="{259CC96F-5C45-40BB-9FA1-31F444F8395B}" destId="{22C090A3-3E20-4F99-BB81-7614C1663B31}" srcOrd="1" destOrd="0" presId="urn:microsoft.com/office/officeart/2005/8/layout/process1"/>
    <dgm:cxn modelId="{196850EC-5A9E-42C6-8518-FF0E01C6F195}" type="presOf" srcId="{8731EB1E-1591-4EA0-B423-CBCEF20A7ABE}" destId="{2F6C6FD8-3C65-4D49-8D14-B9BECEA576BF}" srcOrd="0" destOrd="0" presId="urn:microsoft.com/office/officeart/2005/8/layout/process1"/>
    <dgm:cxn modelId="{02B51A90-D567-4C29-997C-1AFE1B425066}" type="presParOf" srcId="{B38BA3A6-64C9-4551-85C4-55941EEF4E7F}" destId="{809979E0-198E-4FF6-B980-2E8A8D946D91}" srcOrd="0" destOrd="0" presId="urn:microsoft.com/office/officeart/2005/8/layout/process1"/>
    <dgm:cxn modelId="{8E162976-25A0-4A53-BC7E-06AAD8012699}" type="presParOf" srcId="{B38BA3A6-64C9-4551-85C4-55941EEF4E7F}" destId="{70FFE182-73D8-42D6-955D-6A9FD5F14E27}" srcOrd="1" destOrd="0" presId="urn:microsoft.com/office/officeart/2005/8/layout/process1"/>
    <dgm:cxn modelId="{1B566497-B6B5-41A8-858A-50C06F269115}" type="presParOf" srcId="{70FFE182-73D8-42D6-955D-6A9FD5F14E27}" destId="{77216B0F-DD84-43F7-ADEE-D55BFA25CD1F}" srcOrd="0" destOrd="0" presId="urn:microsoft.com/office/officeart/2005/8/layout/process1"/>
    <dgm:cxn modelId="{F0E214F8-CD97-4756-818D-AB6CC5E87A72}" type="presParOf" srcId="{B38BA3A6-64C9-4551-85C4-55941EEF4E7F}" destId="{2F6C6FD8-3C65-4D49-8D14-B9BECEA576BF}" srcOrd="2" destOrd="0" presId="urn:microsoft.com/office/officeart/2005/8/layout/process1"/>
    <dgm:cxn modelId="{B308DDF3-4596-4911-BFB0-FF8DADF1D013}" type="presParOf" srcId="{B38BA3A6-64C9-4551-85C4-55941EEF4E7F}" destId="{DE69A184-1675-4AAD-B9CC-4E8FFDE4D523}" srcOrd="3" destOrd="0" presId="urn:microsoft.com/office/officeart/2005/8/layout/process1"/>
    <dgm:cxn modelId="{506EF4C3-E9D1-4A64-9C46-05D50ABD8528}" type="presParOf" srcId="{DE69A184-1675-4AAD-B9CC-4E8FFDE4D523}" destId="{32062DC7-E6F7-42D0-85A3-C6B919DE927C}" srcOrd="0" destOrd="0" presId="urn:microsoft.com/office/officeart/2005/8/layout/process1"/>
    <dgm:cxn modelId="{DD6E0E92-3531-4A03-88F7-867A20DAD302}" type="presParOf" srcId="{B38BA3A6-64C9-4551-85C4-55941EEF4E7F}" destId="{D2A1FF32-4851-4C18-951B-A07EA2FDA668}" srcOrd="4" destOrd="0" presId="urn:microsoft.com/office/officeart/2005/8/layout/process1"/>
    <dgm:cxn modelId="{EC7F01E2-617E-4DFB-BEEF-A742D247DA46}" type="presParOf" srcId="{B38BA3A6-64C9-4551-85C4-55941EEF4E7F}" destId="{51CBC487-C38E-45FD-A3BE-218FDD43D740}" srcOrd="5" destOrd="0" presId="urn:microsoft.com/office/officeart/2005/8/layout/process1"/>
    <dgm:cxn modelId="{7B269AD6-65F1-4931-8B47-2C1956F4E9A3}" type="presParOf" srcId="{51CBC487-C38E-45FD-A3BE-218FDD43D740}" destId="{22C090A3-3E20-4F99-BB81-7614C1663B31}" srcOrd="0" destOrd="0" presId="urn:microsoft.com/office/officeart/2005/8/layout/process1"/>
    <dgm:cxn modelId="{9368C470-3386-4002-8C4E-4BEE3EC42B29}" type="presParOf" srcId="{B38BA3A6-64C9-4551-85C4-55941EEF4E7F}" destId="{164B3934-A906-4BBE-AAAF-32BB3A6EA1DA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7AF7558-25CB-4C3F-9EA5-B00E398AEE54}" type="doc">
      <dgm:prSet loTypeId="urn:microsoft.com/office/officeart/2008/layout/RadialCluster" loCatId="cycle" qsTypeId="urn:microsoft.com/office/officeart/2005/8/quickstyle/simple3" qsCatId="simple" csTypeId="urn:microsoft.com/office/officeart/2005/8/colors/colorful5" csCatId="colorful" phldr="1"/>
      <dgm:spPr/>
      <dgm:t>
        <a:bodyPr/>
        <a:lstStyle/>
        <a:p>
          <a:endParaRPr lang="en-MY"/>
        </a:p>
      </dgm:t>
    </dgm:pt>
    <dgm:pt modelId="{56742C00-93A4-45B5-80F7-C361E21FC4E5}">
      <dgm:prSet phldrT="[Text]" phldr="0"/>
      <dgm:spPr/>
      <dgm:t>
        <a:bodyPr/>
        <a:lstStyle/>
        <a:p>
          <a:r>
            <a:rPr lang="en-US" dirty="0"/>
            <a:t>Main Problem</a:t>
          </a:r>
          <a:endParaRPr lang="en-MY" dirty="0"/>
        </a:p>
      </dgm:t>
    </dgm:pt>
    <dgm:pt modelId="{F7D7EFAE-E044-475D-AEAA-EB61A0CD3F30}" type="parTrans" cxnId="{B3DBB900-D33E-43A7-8BFE-D15FABA2106E}">
      <dgm:prSet/>
      <dgm:spPr/>
      <dgm:t>
        <a:bodyPr/>
        <a:lstStyle/>
        <a:p>
          <a:endParaRPr lang="en-MY"/>
        </a:p>
      </dgm:t>
    </dgm:pt>
    <dgm:pt modelId="{69CA7C5C-F4F4-4B0D-98E5-0095C48755FD}" type="sibTrans" cxnId="{B3DBB900-D33E-43A7-8BFE-D15FABA2106E}">
      <dgm:prSet/>
      <dgm:spPr/>
      <dgm:t>
        <a:bodyPr/>
        <a:lstStyle/>
        <a:p>
          <a:endParaRPr lang="en-MY"/>
        </a:p>
      </dgm:t>
    </dgm:pt>
    <dgm:pt modelId="{0EC488CA-2F4E-42D8-906C-9B10C63A1BC8}">
      <dgm:prSet phldrT="[Text]" custT="1"/>
      <dgm:spPr/>
      <dgm:t>
        <a:bodyPr/>
        <a:lstStyle/>
        <a:p>
          <a:r>
            <a:rPr lang="en-MY" sz="2400" dirty="0"/>
            <a:t>Campaign effectiveness</a:t>
          </a:r>
        </a:p>
      </dgm:t>
    </dgm:pt>
    <dgm:pt modelId="{F0A2D0BD-C4A3-44E4-90F9-827B5D754285}" type="parTrans" cxnId="{3D168643-575B-420B-B519-721DCB6B9D13}">
      <dgm:prSet/>
      <dgm:spPr/>
      <dgm:t>
        <a:bodyPr/>
        <a:lstStyle/>
        <a:p>
          <a:endParaRPr lang="en-MY"/>
        </a:p>
      </dgm:t>
    </dgm:pt>
    <dgm:pt modelId="{0D45E4FA-FF6D-4D4D-A368-93639DDADD15}" type="sibTrans" cxnId="{3D168643-575B-420B-B519-721DCB6B9D13}">
      <dgm:prSet/>
      <dgm:spPr/>
      <dgm:t>
        <a:bodyPr/>
        <a:lstStyle/>
        <a:p>
          <a:endParaRPr lang="en-MY"/>
        </a:p>
      </dgm:t>
    </dgm:pt>
    <dgm:pt modelId="{E0306809-28B3-40E1-8A3F-C8BD904B3B15}">
      <dgm:prSet phldrT="[Text]"/>
      <dgm:spPr/>
      <dgm:t>
        <a:bodyPr/>
        <a:lstStyle/>
        <a:p>
          <a:r>
            <a:rPr lang="en-MY" dirty="0"/>
            <a:t>Campaign success or failure</a:t>
          </a:r>
        </a:p>
      </dgm:t>
    </dgm:pt>
    <dgm:pt modelId="{2DDCB51D-9A04-4C70-8D39-3106FBCE7B2F}" type="parTrans" cxnId="{34971989-6F59-4CC6-B5AB-47A92B1B269D}">
      <dgm:prSet/>
      <dgm:spPr/>
      <dgm:t>
        <a:bodyPr/>
        <a:lstStyle/>
        <a:p>
          <a:endParaRPr lang="en-MY"/>
        </a:p>
      </dgm:t>
    </dgm:pt>
    <dgm:pt modelId="{DE585980-BC3D-49B6-80EC-AA5EA675A167}" type="sibTrans" cxnId="{34971989-6F59-4CC6-B5AB-47A92B1B269D}">
      <dgm:prSet/>
      <dgm:spPr/>
      <dgm:t>
        <a:bodyPr/>
        <a:lstStyle/>
        <a:p>
          <a:endParaRPr lang="en-MY"/>
        </a:p>
      </dgm:t>
    </dgm:pt>
    <dgm:pt modelId="{9B5844FF-EA01-4A21-AEDA-3CE9B2D21447}">
      <dgm:prSet phldrT="[Text]"/>
      <dgm:spPr/>
      <dgm:t>
        <a:bodyPr/>
        <a:lstStyle/>
        <a:p>
          <a:pPr>
            <a:buNone/>
          </a:pPr>
          <a:r>
            <a:rPr lang="en-US" dirty="0"/>
            <a:t>True return on investment (ROI)</a:t>
          </a:r>
          <a:endParaRPr lang="en-MY" dirty="0"/>
        </a:p>
      </dgm:t>
    </dgm:pt>
    <dgm:pt modelId="{36459225-9F5D-44C2-BDC0-81E4CC9E6CDC}" type="parTrans" cxnId="{342DCC34-B75D-4CE3-9F8C-BF0D4F850433}">
      <dgm:prSet/>
      <dgm:spPr/>
      <dgm:t>
        <a:bodyPr/>
        <a:lstStyle/>
        <a:p>
          <a:endParaRPr lang="en-MY"/>
        </a:p>
      </dgm:t>
    </dgm:pt>
    <dgm:pt modelId="{36F7F7B5-2C51-4348-881D-0035EC98FF22}" type="sibTrans" cxnId="{342DCC34-B75D-4CE3-9F8C-BF0D4F850433}">
      <dgm:prSet/>
      <dgm:spPr/>
      <dgm:t>
        <a:bodyPr/>
        <a:lstStyle/>
        <a:p>
          <a:endParaRPr lang="en-MY"/>
        </a:p>
      </dgm:t>
    </dgm:pt>
    <dgm:pt modelId="{10EECBEF-ACCC-4980-8409-1063A3157CFF}" type="pres">
      <dgm:prSet presAssocID="{F7AF7558-25CB-4C3F-9EA5-B00E398AEE54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37D4B923-1F61-4B96-BC04-E6E2174DB06B}" type="pres">
      <dgm:prSet presAssocID="{56742C00-93A4-45B5-80F7-C361E21FC4E5}" presName="singleCycle" presStyleCnt="0"/>
      <dgm:spPr/>
    </dgm:pt>
    <dgm:pt modelId="{58067C60-6088-444C-8443-31691DCC26E4}" type="pres">
      <dgm:prSet presAssocID="{56742C00-93A4-45B5-80F7-C361E21FC4E5}" presName="singleCenter" presStyleLbl="node1" presStyleIdx="0" presStyleCnt="4" custScaleX="182599" custScaleY="81009" custLinFactNeighborX="543" custLinFactNeighborY="-7648">
        <dgm:presLayoutVars>
          <dgm:chMax val="7"/>
          <dgm:chPref val="7"/>
        </dgm:presLayoutVars>
      </dgm:prSet>
      <dgm:spPr/>
    </dgm:pt>
    <dgm:pt modelId="{E381C51D-5B66-4E78-BB09-004E52FF45AF}" type="pres">
      <dgm:prSet presAssocID="{F0A2D0BD-C4A3-44E4-90F9-827B5D754285}" presName="Name56" presStyleLbl="parChTrans1D2" presStyleIdx="0" presStyleCnt="3"/>
      <dgm:spPr/>
    </dgm:pt>
    <dgm:pt modelId="{5D5CA80B-D2D3-4F69-BA8A-AB09544B4D85}" type="pres">
      <dgm:prSet presAssocID="{0EC488CA-2F4E-42D8-906C-9B10C63A1BC8}" presName="text0" presStyleLbl="node1" presStyleIdx="1" presStyleCnt="4" custScaleX="199619">
        <dgm:presLayoutVars>
          <dgm:bulletEnabled val="1"/>
        </dgm:presLayoutVars>
      </dgm:prSet>
      <dgm:spPr/>
    </dgm:pt>
    <dgm:pt modelId="{A9CDBDA2-6807-4CF2-97F7-089423ED46F7}" type="pres">
      <dgm:prSet presAssocID="{2DDCB51D-9A04-4C70-8D39-3106FBCE7B2F}" presName="Name56" presStyleLbl="parChTrans1D2" presStyleIdx="1" presStyleCnt="3"/>
      <dgm:spPr/>
    </dgm:pt>
    <dgm:pt modelId="{EA2B1D4E-0A93-4F1D-A51A-E4388FE9045D}" type="pres">
      <dgm:prSet presAssocID="{E0306809-28B3-40E1-8A3F-C8BD904B3B15}" presName="text0" presStyleLbl="node1" presStyleIdx="2" presStyleCnt="4" custScaleX="205361" custRadScaleRad="155021" custRadScaleInc="-19912">
        <dgm:presLayoutVars>
          <dgm:bulletEnabled val="1"/>
        </dgm:presLayoutVars>
      </dgm:prSet>
      <dgm:spPr/>
    </dgm:pt>
    <dgm:pt modelId="{0E2CAB28-BEE2-4FCD-B942-3F3D8F1CE55C}" type="pres">
      <dgm:prSet presAssocID="{36459225-9F5D-44C2-BDC0-81E4CC9E6CDC}" presName="Name56" presStyleLbl="parChTrans1D2" presStyleIdx="2" presStyleCnt="3"/>
      <dgm:spPr/>
    </dgm:pt>
    <dgm:pt modelId="{626E77CB-9B35-4705-BB77-DBD44CB68EA7}" type="pres">
      <dgm:prSet presAssocID="{9B5844FF-EA01-4A21-AEDA-3CE9B2D21447}" presName="text0" presStyleLbl="node1" presStyleIdx="3" presStyleCnt="4" custScaleX="195399" custRadScaleRad="147186" custRadScaleInc="16224">
        <dgm:presLayoutVars>
          <dgm:bulletEnabled val="1"/>
        </dgm:presLayoutVars>
      </dgm:prSet>
      <dgm:spPr/>
    </dgm:pt>
  </dgm:ptLst>
  <dgm:cxnLst>
    <dgm:cxn modelId="{B3DBB900-D33E-43A7-8BFE-D15FABA2106E}" srcId="{F7AF7558-25CB-4C3F-9EA5-B00E398AEE54}" destId="{56742C00-93A4-45B5-80F7-C361E21FC4E5}" srcOrd="0" destOrd="0" parTransId="{F7D7EFAE-E044-475D-AEAA-EB61A0CD3F30}" sibTransId="{69CA7C5C-F4F4-4B0D-98E5-0095C48755FD}"/>
    <dgm:cxn modelId="{342DCC34-B75D-4CE3-9F8C-BF0D4F850433}" srcId="{56742C00-93A4-45B5-80F7-C361E21FC4E5}" destId="{9B5844FF-EA01-4A21-AEDA-3CE9B2D21447}" srcOrd="2" destOrd="0" parTransId="{36459225-9F5D-44C2-BDC0-81E4CC9E6CDC}" sibTransId="{36F7F7B5-2C51-4348-881D-0035EC98FF22}"/>
    <dgm:cxn modelId="{3D168643-575B-420B-B519-721DCB6B9D13}" srcId="{56742C00-93A4-45B5-80F7-C361E21FC4E5}" destId="{0EC488CA-2F4E-42D8-906C-9B10C63A1BC8}" srcOrd="0" destOrd="0" parTransId="{F0A2D0BD-C4A3-44E4-90F9-827B5D754285}" sibTransId="{0D45E4FA-FF6D-4D4D-A368-93639DDADD15}"/>
    <dgm:cxn modelId="{F3B2A354-E358-4489-8FD8-BD63CCFB9F54}" type="presOf" srcId="{E0306809-28B3-40E1-8A3F-C8BD904B3B15}" destId="{EA2B1D4E-0A93-4F1D-A51A-E4388FE9045D}" srcOrd="0" destOrd="0" presId="urn:microsoft.com/office/officeart/2008/layout/RadialCluster"/>
    <dgm:cxn modelId="{D7F60756-35EF-4E76-B9A3-8C6EC77FD938}" type="presOf" srcId="{0EC488CA-2F4E-42D8-906C-9B10C63A1BC8}" destId="{5D5CA80B-D2D3-4F69-BA8A-AB09544B4D85}" srcOrd="0" destOrd="0" presId="urn:microsoft.com/office/officeart/2008/layout/RadialCluster"/>
    <dgm:cxn modelId="{34971989-6F59-4CC6-B5AB-47A92B1B269D}" srcId="{56742C00-93A4-45B5-80F7-C361E21FC4E5}" destId="{E0306809-28B3-40E1-8A3F-C8BD904B3B15}" srcOrd="1" destOrd="0" parTransId="{2DDCB51D-9A04-4C70-8D39-3106FBCE7B2F}" sibTransId="{DE585980-BC3D-49B6-80EC-AA5EA675A167}"/>
    <dgm:cxn modelId="{A7AD39AB-F273-4110-818A-A2BEBBF4347F}" type="presOf" srcId="{9B5844FF-EA01-4A21-AEDA-3CE9B2D21447}" destId="{626E77CB-9B35-4705-BB77-DBD44CB68EA7}" srcOrd="0" destOrd="0" presId="urn:microsoft.com/office/officeart/2008/layout/RadialCluster"/>
    <dgm:cxn modelId="{ED7195B9-380A-4555-AB7F-7FEBEE13CE55}" type="presOf" srcId="{56742C00-93A4-45B5-80F7-C361E21FC4E5}" destId="{58067C60-6088-444C-8443-31691DCC26E4}" srcOrd="0" destOrd="0" presId="urn:microsoft.com/office/officeart/2008/layout/RadialCluster"/>
    <dgm:cxn modelId="{701AFFCD-95D6-4416-B716-ADDB011E8A36}" type="presOf" srcId="{36459225-9F5D-44C2-BDC0-81E4CC9E6CDC}" destId="{0E2CAB28-BEE2-4FCD-B942-3F3D8F1CE55C}" srcOrd="0" destOrd="0" presId="urn:microsoft.com/office/officeart/2008/layout/RadialCluster"/>
    <dgm:cxn modelId="{DB8448CE-CC2E-499D-B48E-55761F47AFDC}" type="presOf" srcId="{2DDCB51D-9A04-4C70-8D39-3106FBCE7B2F}" destId="{A9CDBDA2-6807-4CF2-97F7-089423ED46F7}" srcOrd="0" destOrd="0" presId="urn:microsoft.com/office/officeart/2008/layout/RadialCluster"/>
    <dgm:cxn modelId="{39BAD0E1-F01F-4456-97E6-E306146E4ACB}" type="presOf" srcId="{F0A2D0BD-C4A3-44E4-90F9-827B5D754285}" destId="{E381C51D-5B66-4E78-BB09-004E52FF45AF}" srcOrd="0" destOrd="0" presId="urn:microsoft.com/office/officeart/2008/layout/RadialCluster"/>
    <dgm:cxn modelId="{57DF73F8-DB58-445A-BFFD-8F48561A81D7}" type="presOf" srcId="{F7AF7558-25CB-4C3F-9EA5-B00E398AEE54}" destId="{10EECBEF-ACCC-4980-8409-1063A3157CFF}" srcOrd="0" destOrd="0" presId="urn:microsoft.com/office/officeart/2008/layout/RadialCluster"/>
    <dgm:cxn modelId="{E8E21A23-28A3-4AAC-BD2B-B459D8BFB89B}" type="presParOf" srcId="{10EECBEF-ACCC-4980-8409-1063A3157CFF}" destId="{37D4B923-1F61-4B96-BC04-E6E2174DB06B}" srcOrd="0" destOrd="0" presId="urn:microsoft.com/office/officeart/2008/layout/RadialCluster"/>
    <dgm:cxn modelId="{9D98F846-59CD-42F3-ADB7-82A5D0A59780}" type="presParOf" srcId="{37D4B923-1F61-4B96-BC04-E6E2174DB06B}" destId="{58067C60-6088-444C-8443-31691DCC26E4}" srcOrd="0" destOrd="0" presId="urn:microsoft.com/office/officeart/2008/layout/RadialCluster"/>
    <dgm:cxn modelId="{F1824E4B-0766-4D7B-A428-E5474C818D81}" type="presParOf" srcId="{37D4B923-1F61-4B96-BC04-E6E2174DB06B}" destId="{E381C51D-5B66-4E78-BB09-004E52FF45AF}" srcOrd="1" destOrd="0" presId="urn:microsoft.com/office/officeart/2008/layout/RadialCluster"/>
    <dgm:cxn modelId="{17A2551C-D231-48F5-99DD-E24FE0B3EC44}" type="presParOf" srcId="{37D4B923-1F61-4B96-BC04-E6E2174DB06B}" destId="{5D5CA80B-D2D3-4F69-BA8A-AB09544B4D85}" srcOrd="2" destOrd="0" presId="urn:microsoft.com/office/officeart/2008/layout/RadialCluster"/>
    <dgm:cxn modelId="{E24147CD-1162-43DD-9985-C78200B9DB50}" type="presParOf" srcId="{37D4B923-1F61-4B96-BC04-E6E2174DB06B}" destId="{A9CDBDA2-6807-4CF2-97F7-089423ED46F7}" srcOrd="3" destOrd="0" presId="urn:microsoft.com/office/officeart/2008/layout/RadialCluster"/>
    <dgm:cxn modelId="{FD0839B2-FCBB-44E7-8F98-5AF32FA4604A}" type="presParOf" srcId="{37D4B923-1F61-4B96-BC04-E6E2174DB06B}" destId="{EA2B1D4E-0A93-4F1D-A51A-E4388FE9045D}" srcOrd="4" destOrd="0" presId="urn:microsoft.com/office/officeart/2008/layout/RadialCluster"/>
    <dgm:cxn modelId="{8B3E1BED-7B04-46EC-BE2B-AFB8EE9798D6}" type="presParOf" srcId="{37D4B923-1F61-4B96-BC04-E6E2174DB06B}" destId="{0E2CAB28-BEE2-4FCD-B942-3F3D8F1CE55C}" srcOrd="5" destOrd="0" presId="urn:microsoft.com/office/officeart/2008/layout/RadialCluster"/>
    <dgm:cxn modelId="{4DEE4DFE-EFBB-4777-8724-A801D861C591}" type="presParOf" srcId="{37D4B923-1F61-4B96-BC04-E6E2174DB06B}" destId="{626E77CB-9B35-4705-BB77-DBD44CB68EA7}" srcOrd="6" destOrd="0" presId="urn:microsoft.com/office/officeart/2008/layout/RadialCluster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FB7EF6F-246D-4FC0-A831-E7D017E39769}" type="doc">
      <dgm:prSet loTypeId="urn:microsoft.com/office/officeart/2005/8/layout/lProcess1" loCatId="process" qsTypeId="urn:microsoft.com/office/officeart/2005/8/quickstyle/simple2" qsCatId="simple" csTypeId="urn:microsoft.com/office/officeart/2005/8/colors/colorful5" csCatId="colorful" phldr="1"/>
      <dgm:spPr/>
      <dgm:t>
        <a:bodyPr/>
        <a:lstStyle/>
        <a:p>
          <a:endParaRPr lang="en-MY"/>
        </a:p>
      </dgm:t>
    </dgm:pt>
    <dgm:pt modelId="{47260428-3BEF-4AF1-9908-2944EBA3E9F9}">
      <dgm:prSet phldrT="[Text]"/>
      <dgm:spPr/>
      <dgm:t>
        <a:bodyPr/>
        <a:lstStyle/>
        <a:p>
          <a:pPr>
            <a:buNone/>
          </a:pPr>
          <a:r>
            <a:rPr lang="en-MY" b="1" dirty="0"/>
            <a:t>Fragmented Marketing Data</a:t>
          </a:r>
          <a:endParaRPr lang="en-MY" dirty="0"/>
        </a:p>
      </dgm:t>
    </dgm:pt>
    <dgm:pt modelId="{17B36594-BDEE-4919-BDB0-D913747420A3}" type="parTrans" cxnId="{81EBEC11-F723-4932-BF0E-591221EC58DE}">
      <dgm:prSet/>
      <dgm:spPr/>
      <dgm:t>
        <a:bodyPr/>
        <a:lstStyle/>
        <a:p>
          <a:endParaRPr lang="en-MY"/>
        </a:p>
      </dgm:t>
    </dgm:pt>
    <dgm:pt modelId="{A8DDC425-804E-420D-B58D-15FDB3F2B784}" type="sibTrans" cxnId="{81EBEC11-F723-4932-BF0E-591221EC58DE}">
      <dgm:prSet/>
      <dgm:spPr/>
      <dgm:t>
        <a:bodyPr/>
        <a:lstStyle/>
        <a:p>
          <a:endParaRPr lang="en-MY"/>
        </a:p>
      </dgm:t>
    </dgm:pt>
    <dgm:pt modelId="{86E20CB3-FADE-4C3D-80F2-B388968AF241}">
      <dgm:prSet phldrT="[Text]" custT="1"/>
      <dgm:spPr/>
      <dgm:t>
        <a:bodyPr/>
        <a:lstStyle/>
        <a:p>
          <a:pPr>
            <a:buNone/>
          </a:pPr>
          <a:r>
            <a:rPr lang="en-MY" sz="1800" dirty="0"/>
            <a:t>Multiple platforms </a:t>
          </a:r>
        </a:p>
      </dgm:t>
    </dgm:pt>
    <dgm:pt modelId="{F63553AE-3DD5-49F9-BE7C-73857E45A252}" type="parTrans" cxnId="{F1DFCDEC-11AE-4226-A64B-55D37C70E124}">
      <dgm:prSet/>
      <dgm:spPr/>
      <dgm:t>
        <a:bodyPr/>
        <a:lstStyle/>
        <a:p>
          <a:endParaRPr lang="en-MY"/>
        </a:p>
      </dgm:t>
    </dgm:pt>
    <dgm:pt modelId="{CA1FCF48-4B99-45BA-92AC-A57F345D8F75}" type="sibTrans" cxnId="{F1DFCDEC-11AE-4226-A64B-55D37C70E124}">
      <dgm:prSet/>
      <dgm:spPr/>
      <dgm:t>
        <a:bodyPr/>
        <a:lstStyle/>
        <a:p>
          <a:endParaRPr lang="en-MY"/>
        </a:p>
      </dgm:t>
    </dgm:pt>
    <dgm:pt modelId="{2FAD92E2-E61B-4C37-BEDE-4E3BFB269ABA}">
      <dgm:prSet phldrT="[Text]"/>
      <dgm:spPr/>
      <dgm:t>
        <a:bodyPr/>
        <a:lstStyle/>
        <a:p>
          <a:pPr>
            <a:buNone/>
          </a:pPr>
          <a:r>
            <a:rPr lang="en-MY" b="1" dirty="0"/>
            <a:t>Traditional reporting</a:t>
          </a:r>
          <a:endParaRPr lang="en-MY" dirty="0"/>
        </a:p>
      </dgm:t>
    </dgm:pt>
    <dgm:pt modelId="{5F4771E2-DB69-4FC9-95A6-EC616C4632B1}" type="parTrans" cxnId="{435ADCD3-A229-4450-8610-DC5648357442}">
      <dgm:prSet/>
      <dgm:spPr/>
      <dgm:t>
        <a:bodyPr/>
        <a:lstStyle/>
        <a:p>
          <a:endParaRPr lang="en-MY"/>
        </a:p>
      </dgm:t>
    </dgm:pt>
    <dgm:pt modelId="{5D1ACB5C-84B3-4D7D-B303-666A027B997B}" type="sibTrans" cxnId="{435ADCD3-A229-4450-8610-DC5648357442}">
      <dgm:prSet/>
      <dgm:spPr/>
      <dgm:t>
        <a:bodyPr/>
        <a:lstStyle/>
        <a:p>
          <a:endParaRPr lang="en-MY"/>
        </a:p>
      </dgm:t>
    </dgm:pt>
    <dgm:pt modelId="{17BD362D-6193-4DBF-A9B1-5F04753F4F64}">
      <dgm:prSet phldrT="[Text]" phldr="0" custT="1"/>
      <dgm:spPr/>
      <dgm:t>
        <a:bodyPr/>
        <a:lstStyle/>
        <a:p>
          <a:r>
            <a:rPr lang="en-US" sz="1800" dirty="0"/>
            <a:t>Basic metrics</a:t>
          </a:r>
          <a:endParaRPr lang="en-MY" sz="1800" dirty="0"/>
        </a:p>
      </dgm:t>
    </dgm:pt>
    <dgm:pt modelId="{13BF25E5-3786-403C-BB6C-CE66AE4EF1FF}" type="parTrans" cxnId="{03ECDAA9-A1CE-453B-9A71-B620C7066218}">
      <dgm:prSet/>
      <dgm:spPr/>
      <dgm:t>
        <a:bodyPr/>
        <a:lstStyle/>
        <a:p>
          <a:endParaRPr lang="en-MY"/>
        </a:p>
      </dgm:t>
    </dgm:pt>
    <dgm:pt modelId="{62D76D8D-2D29-4B3A-821E-3FA0E5D6CD4E}" type="sibTrans" cxnId="{03ECDAA9-A1CE-453B-9A71-B620C7066218}">
      <dgm:prSet/>
      <dgm:spPr/>
      <dgm:t>
        <a:bodyPr/>
        <a:lstStyle/>
        <a:p>
          <a:endParaRPr lang="en-MY"/>
        </a:p>
      </dgm:t>
    </dgm:pt>
    <dgm:pt modelId="{44806C7D-39F4-41EC-B5E9-D7B52AE56A38}">
      <dgm:prSet phldrT="[Text]" custT="1"/>
      <dgm:spPr/>
      <dgm:t>
        <a:bodyPr/>
        <a:lstStyle/>
        <a:p>
          <a:pPr>
            <a:buNone/>
          </a:pPr>
          <a:r>
            <a:rPr lang="en-MY" sz="1800" dirty="0"/>
            <a:t>Challenge in track customer interactions </a:t>
          </a:r>
        </a:p>
      </dgm:t>
    </dgm:pt>
    <dgm:pt modelId="{E8572F1D-E107-4676-8725-F87CEE5D686A}" type="parTrans" cxnId="{35EA698F-1AE9-4E9C-8584-D34A1529F24A}">
      <dgm:prSet/>
      <dgm:spPr/>
      <dgm:t>
        <a:bodyPr/>
        <a:lstStyle/>
        <a:p>
          <a:endParaRPr lang="en-MY"/>
        </a:p>
      </dgm:t>
    </dgm:pt>
    <dgm:pt modelId="{C1204EC8-8488-4519-BC75-5119852E38B5}" type="sibTrans" cxnId="{35EA698F-1AE9-4E9C-8584-D34A1529F24A}">
      <dgm:prSet/>
      <dgm:spPr/>
      <dgm:t>
        <a:bodyPr/>
        <a:lstStyle/>
        <a:p>
          <a:endParaRPr lang="en-MY"/>
        </a:p>
      </dgm:t>
    </dgm:pt>
    <dgm:pt modelId="{E7246EAD-8561-40A1-8FD1-599CB55B9B56}">
      <dgm:prSet phldrT="[Text]" custT="1"/>
      <dgm:spPr/>
      <dgm:t>
        <a:bodyPr/>
        <a:lstStyle/>
        <a:p>
          <a:pPr>
            <a:buNone/>
          </a:pPr>
          <a:r>
            <a:rPr lang="en-MY" sz="1800" dirty="0"/>
            <a:t>Ununified view of campaign performance</a:t>
          </a:r>
        </a:p>
      </dgm:t>
    </dgm:pt>
    <dgm:pt modelId="{EA06F114-E47B-44FC-ACC5-0BCEACD27E52}" type="parTrans" cxnId="{6439C3C0-EFFE-4233-AB6D-C467033AF807}">
      <dgm:prSet/>
      <dgm:spPr/>
      <dgm:t>
        <a:bodyPr/>
        <a:lstStyle/>
        <a:p>
          <a:endParaRPr lang="en-MY"/>
        </a:p>
      </dgm:t>
    </dgm:pt>
    <dgm:pt modelId="{81A57EC2-0F96-488C-AAB9-0BD8FC24A494}" type="sibTrans" cxnId="{6439C3C0-EFFE-4233-AB6D-C467033AF807}">
      <dgm:prSet/>
      <dgm:spPr/>
      <dgm:t>
        <a:bodyPr/>
        <a:lstStyle/>
        <a:p>
          <a:endParaRPr lang="en-MY"/>
        </a:p>
      </dgm:t>
    </dgm:pt>
    <dgm:pt modelId="{84D9473E-56A7-4AAD-957B-BD312CCC6C55}">
      <dgm:prSet phldrT="[Text]" phldr="0" custT="1"/>
      <dgm:spPr/>
      <dgm:t>
        <a:bodyPr/>
        <a:lstStyle/>
        <a:p>
          <a:pPr algn="ctr"/>
          <a:r>
            <a:rPr lang="en-US" sz="1800" dirty="0"/>
            <a:t>-Customer behaviors                 </a:t>
          </a:r>
          <a:r>
            <a:rPr lang="en-MY" sz="1800" dirty="0"/>
            <a:t>-Engagement level                   -Purchasing decision</a:t>
          </a:r>
        </a:p>
      </dgm:t>
    </dgm:pt>
    <dgm:pt modelId="{7829D4E6-C643-4E3B-B06E-4A48D62B7282}" type="parTrans" cxnId="{8FB63D3B-6A38-4418-9933-48136204BCBF}">
      <dgm:prSet/>
      <dgm:spPr/>
      <dgm:t>
        <a:bodyPr/>
        <a:lstStyle/>
        <a:p>
          <a:endParaRPr lang="en-MY"/>
        </a:p>
      </dgm:t>
    </dgm:pt>
    <dgm:pt modelId="{40781ABB-D7F6-4337-8CA8-7F7508940163}" type="sibTrans" cxnId="{8FB63D3B-6A38-4418-9933-48136204BCBF}">
      <dgm:prSet/>
      <dgm:spPr/>
      <dgm:t>
        <a:bodyPr/>
        <a:lstStyle/>
        <a:p>
          <a:endParaRPr lang="en-MY"/>
        </a:p>
      </dgm:t>
    </dgm:pt>
    <dgm:pt modelId="{5278F793-63CE-4D05-8128-F6A976CE2F08}">
      <dgm:prSet custT="1"/>
      <dgm:spPr/>
      <dgm:t>
        <a:bodyPr/>
        <a:lstStyle/>
        <a:p>
          <a:r>
            <a:rPr lang="en-US" sz="1800" dirty="0"/>
            <a:t>Strategy effectiveness</a:t>
          </a:r>
          <a:endParaRPr lang="en-MY" sz="1800" dirty="0"/>
        </a:p>
      </dgm:t>
    </dgm:pt>
    <dgm:pt modelId="{253E99B7-6B46-4A18-9550-827284AD83AC}" type="parTrans" cxnId="{611413BD-A3B8-46D6-903F-680E2725590E}">
      <dgm:prSet/>
      <dgm:spPr/>
      <dgm:t>
        <a:bodyPr/>
        <a:lstStyle/>
        <a:p>
          <a:endParaRPr lang="en-MY"/>
        </a:p>
      </dgm:t>
    </dgm:pt>
    <dgm:pt modelId="{051F91EF-7910-4D9A-88C9-A39021469D70}" type="sibTrans" cxnId="{611413BD-A3B8-46D6-903F-680E2725590E}">
      <dgm:prSet/>
      <dgm:spPr/>
      <dgm:t>
        <a:bodyPr/>
        <a:lstStyle/>
        <a:p>
          <a:endParaRPr lang="en-MY"/>
        </a:p>
      </dgm:t>
    </dgm:pt>
    <dgm:pt modelId="{FAFABBB1-6830-4FF5-8A64-C9F4CD7CFEA1}" type="pres">
      <dgm:prSet presAssocID="{3FB7EF6F-246D-4FC0-A831-E7D017E39769}" presName="Name0" presStyleCnt="0">
        <dgm:presLayoutVars>
          <dgm:dir/>
          <dgm:animLvl val="lvl"/>
          <dgm:resizeHandles val="exact"/>
        </dgm:presLayoutVars>
      </dgm:prSet>
      <dgm:spPr/>
    </dgm:pt>
    <dgm:pt modelId="{36F5A27F-1B09-49C0-813A-60967368A6B7}" type="pres">
      <dgm:prSet presAssocID="{47260428-3BEF-4AF1-9908-2944EBA3E9F9}" presName="vertFlow" presStyleCnt="0"/>
      <dgm:spPr/>
    </dgm:pt>
    <dgm:pt modelId="{BD4A0557-0C20-4963-B5F5-2F9119BB5ABB}" type="pres">
      <dgm:prSet presAssocID="{47260428-3BEF-4AF1-9908-2944EBA3E9F9}" presName="header" presStyleLbl="node1" presStyleIdx="0" presStyleCnt="2" custLinFactNeighborY="-8828"/>
      <dgm:spPr/>
    </dgm:pt>
    <dgm:pt modelId="{D59C36BD-E805-45CF-9008-14548A11B287}" type="pres">
      <dgm:prSet presAssocID="{F63553AE-3DD5-49F9-BE7C-73857E45A252}" presName="parTrans" presStyleLbl="sibTrans2D1" presStyleIdx="0" presStyleCnt="6"/>
      <dgm:spPr/>
    </dgm:pt>
    <dgm:pt modelId="{1DE085B1-A007-4356-9C0C-98E37DC6C5EC}" type="pres">
      <dgm:prSet presAssocID="{86E20CB3-FADE-4C3D-80F2-B388968AF241}" presName="child" presStyleLbl="alignAccFollowNode1" presStyleIdx="0" presStyleCnt="6">
        <dgm:presLayoutVars>
          <dgm:chMax val="0"/>
          <dgm:bulletEnabled val="1"/>
        </dgm:presLayoutVars>
      </dgm:prSet>
      <dgm:spPr/>
    </dgm:pt>
    <dgm:pt modelId="{00457B61-B7B7-4C79-AD17-148FC1CA89D0}" type="pres">
      <dgm:prSet presAssocID="{CA1FCF48-4B99-45BA-92AC-A57F345D8F75}" presName="sibTrans" presStyleLbl="sibTrans2D1" presStyleIdx="1" presStyleCnt="6"/>
      <dgm:spPr/>
    </dgm:pt>
    <dgm:pt modelId="{5F9976D8-87B2-4DA4-B700-4E6B6DCE5947}" type="pres">
      <dgm:prSet presAssocID="{E7246EAD-8561-40A1-8FD1-599CB55B9B56}" presName="child" presStyleLbl="alignAccFollowNode1" presStyleIdx="1" presStyleCnt="6" custScaleY="116201">
        <dgm:presLayoutVars>
          <dgm:chMax val="0"/>
          <dgm:bulletEnabled val="1"/>
        </dgm:presLayoutVars>
      </dgm:prSet>
      <dgm:spPr/>
    </dgm:pt>
    <dgm:pt modelId="{B7A58EBB-B395-43A2-8AC5-61CBF045810A}" type="pres">
      <dgm:prSet presAssocID="{81A57EC2-0F96-488C-AAB9-0BD8FC24A494}" presName="sibTrans" presStyleLbl="sibTrans2D1" presStyleIdx="2" presStyleCnt="6"/>
      <dgm:spPr/>
    </dgm:pt>
    <dgm:pt modelId="{F298A807-08FA-467A-AE59-1A19347040D3}" type="pres">
      <dgm:prSet presAssocID="{44806C7D-39F4-41EC-B5E9-D7B52AE56A38}" presName="child" presStyleLbl="alignAccFollowNode1" presStyleIdx="2" presStyleCnt="6" custLinFactNeighborX="-42" custLinFactNeighborY="-4386">
        <dgm:presLayoutVars>
          <dgm:chMax val="0"/>
          <dgm:bulletEnabled val="1"/>
        </dgm:presLayoutVars>
      </dgm:prSet>
      <dgm:spPr/>
    </dgm:pt>
    <dgm:pt modelId="{48EC1D38-4549-4D2A-84C6-49BBC13D925D}" type="pres">
      <dgm:prSet presAssocID="{47260428-3BEF-4AF1-9908-2944EBA3E9F9}" presName="hSp" presStyleCnt="0"/>
      <dgm:spPr/>
    </dgm:pt>
    <dgm:pt modelId="{BA0F3E2B-E4C5-4203-BFE5-DDC0BFB124A3}" type="pres">
      <dgm:prSet presAssocID="{2FAD92E2-E61B-4C37-BEDE-4E3BFB269ABA}" presName="vertFlow" presStyleCnt="0"/>
      <dgm:spPr/>
    </dgm:pt>
    <dgm:pt modelId="{6D5A55C4-6909-4827-94D2-C704E2589406}" type="pres">
      <dgm:prSet presAssocID="{2FAD92E2-E61B-4C37-BEDE-4E3BFB269ABA}" presName="header" presStyleLbl="node1" presStyleIdx="1" presStyleCnt="2" custLinFactNeighborY="-8828"/>
      <dgm:spPr/>
    </dgm:pt>
    <dgm:pt modelId="{FFDE8BB4-FF46-4024-AF50-4457F3C35C83}" type="pres">
      <dgm:prSet presAssocID="{13BF25E5-3786-403C-BB6C-CE66AE4EF1FF}" presName="parTrans" presStyleLbl="sibTrans2D1" presStyleIdx="3" presStyleCnt="6"/>
      <dgm:spPr/>
    </dgm:pt>
    <dgm:pt modelId="{D77538E6-90C8-47AA-9DE6-002165D66F59}" type="pres">
      <dgm:prSet presAssocID="{17BD362D-6193-4DBF-A9B1-5F04753F4F64}" presName="child" presStyleLbl="alignAccFollowNode1" presStyleIdx="3" presStyleCnt="6">
        <dgm:presLayoutVars>
          <dgm:chMax val="0"/>
          <dgm:bulletEnabled val="1"/>
        </dgm:presLayoutVars>
      </dgm:prSet>
      <dgm:spPr/>
    </dgm:pt>
    <dgm:pt modelId="{80ADEB21-D1E8-4F85-83D6-D4E55CC0CE7E}" type="pres">
      <dgm:prSet presAssocID="{62D76D8D-2D29-4B3A-821E-3FA0E5D6CD4E}" presName="sibTrans" presStyleLbl="sibTrans2D1" presStyleIdx="4" presStyleCnt="6"/>
      <dgm:spPr/>
    </dgm:pt>
    <dgm:pt modelId="{04337F59-882D-4C9C-B0FB-EFEBA0850728}" type="pres">
      <dgm:prSet presAssocID="{84D9473E-56A7-4AAD-957B-BD312CCC6C55}" presName="child" presStyleLbl="alignAccFollowNode1" presStyleIdx="4" presStyleCnt="6" custScaleY="121638">
        <dgm:presLayoutVars>
          <dgm:chMax val="0"/>
          <dgm:bulletEnabled val="1"/>
        </dgm:presLayoutVars>
      </dgm:prSet>
      <dgm:spPr/>
    </dgm:pt>
    <dgm:pt modelId="{2874633F-1BB9-4DC1-A76F-6B3720106A7E}" type="pres">
      <dgm:prSet presAssocID="{40781ABB-D7F6-4337-8CA8-7F7508940163}" presName="sibTrans" presStyleLbl="sibTrans2D1" presStyleIdx="5" presStyleCnt="6"/>
      <dgm:spPr/>
    </dgm:pt>
    <dgm:pt modelId="{248E0C72-6813-47C4-B677-4C0D13FE2C4D}" type="pres">
      <dgm:prSet presAssocID="{5278F793-63CE-4D05-8128-F6A976CE2F08}" presName="child" presStyleLbl="alignAccFollowNode1" presStyleIdx="5" presStyleCnt="6" custLinFactNeighborY="-13242">
        <dgm:presLayoutVars>
          <dgm:chMax val="0"/>
          <dgm:bulletEnabled val="1"/>
        </dgm:presLayoutVars>
      </dgm:prSet>
      <dgm:spPr/>
    </dgm:pt>
  </dgm:ptLst>
  <dgm:cxnLst>
    <dgm:cxn modelId="{E2F2D607-62EB-4195-AF09-942C66F3CBC5}" type="presOf" srcId="{2FAD92E2-E61B-4C37-BEDE-4E3BFB269ABA}" destId="{6D5A55C4-6909-4827-94D2-C704E2589406}" srcOrd="0" destOrd="0" presId="urn:microsoft.com/office/officeart/2005/8/layout/lProcess1"/>
    <dgm:cxn modelId="{81EBEC11-F723-4932-BF0E-591221EC58DE}" srcId="{3FB7EF6F-246D-4FC0-A831-E7D017E39769}" destId="{47260428-3BEF-4AF1-9908-2944EBA3E9F9}" srcOrd="0" destOrd="0" parTransId="{17B36594-BDEE-4919-BDB0-D913747420A3}" sibTransId="{A8DDC425-804E-420D-B58D-15FDB3F2B784}"/>
    <dgm:cxn modelId="{58DAD133-8877-43AD-86B1-8758FFC8CF8E}" type="presOf" srcId="{13BF25E5-3786-403C-BB6C-CE66AE4EF1FF}" destId="{FFDE8BB4-FF46-4024-AF50-4457F3C35C83}" srcOrd="0" destOrd="0" presId="urn:microsoft.com/office/officeart/2005/8/layout/lProcess1"/>
    <dgm:cxn modelId="{DA0D543A-365D-45C5-82D0-0DF86C83B546}" type="presOf" srcId="{F63553AE-3DD5-49F9-BE7C-73857E45A252}" destId="{D59C36BD-E805-45CF-9008-14548A11B287}" srcOrd="0" destOrd="0" presId="urn:microsoft.com/office/officeart/2005/8/layout/lProcess1"/>
    <dgm:cxn modelId="{8FB63D3B-6A38-4418-9933-48136204BCBF}" srcId="{2FAD92E2-E61B-4C37-BEDE-4E3BFB269ABA}" destId="{84D9473E-56A7-4AAD-957B-BD312CCC6C55}" srcOrd="1" destOrd="0" parTransId="{7829D4E6-C643-4E3B-B06E-4A48D62B7282}" sibTransId="{40781ABB-D7F6-4337-8CA8-7F7508940163}"/>
    <dgm:cxn modelId="{4659515F-8E5F-4801-AE3A-637E6DA6A755}" type="presOf" srcId="{E7246EAD-8561-40A1-8FD1-599CB55B9B56}" destId="{5F9976D8-87B2-4DA4-B700-4E6B6DCE5947}" srcOrd="0" destOrd="0" presId="urn:microsoft.com/office/officeart/2005/8/layout/lProcess1"/>
    <dgm:cxn modelId="{F00AD866-1766-4E11-B64B-96CCD6E8BE15}" type="presOf" srcId="{17BD362D-6193-4DBF-A9B1-5F04753F4F64}" destId="{D77538E6-90C8-47AA-9DE6-002165D66F59}" srcOrd="0" destOrd="0" presId="urn:microsoft.com/office/officeart/2005/8/layout/lProcess1"/>
    <dgm:cxn modelId="{08DF3C48-5085-4A48-9771-37028E553240}" type="presOf" srcId="{40781ABB-D7F6-4337-8CA8-7F7508940163}" destId="{2874633F-1BB9-4DC1-A76F-6B3720106A7E}" srcOrd="0" destOrd="0" presId="urn:microsoft.com/office/officeart/2005/8/layout/lProcess1"/>
    <dgm:cxn modelId="{1853B87A-A033-4DAF-9EE5-C2F0E6F6DC27}" type="presOf" srcId="{62D76D8D-2D29-4B3A-821E-3FA0E5D6CD4E}" destId="{80ADEB21-D1E8-4F85-83D6-D4E55CC0CE7E}" srcOrd="0" destOrd="0" presId="urn:microsoft.com/office/officeart/2005/8/layout/lProcess1"/>
    <dgm:cxn modelId="{8CAC5E8A-A994-4DD7-9FDA-FFE9207EFF62}" type="presOf" srcId="{44806C7D-39F4-41EC-B5E9-D7B52AE56A38}" destId="{F298A807-08FA-467A-AE59-1A19347040D3}" srcOrd="0" destOrd="0" presId="urn:microsoft.com/office/officeart/2005/8/layout/lProcess1"/>
    <dgm:cxn modelId="{35EA698F-1AE9-4E9C-8584-D34A1529F24A}" srcId="{47260428-3BEF-4AF1-9908-2944EBA3E9F9}" destId="{44806C7D-39F4-41EC-B5E9-D7B52AE56A38}" srcOrd="2" destOrd="0" parTransId="{E8572F1D-E107-4676-8725-F87CEE5D686A}" sibTransId="{C1204EC8-8488-4519-BC75-5119852E38B5}"/>
    <dgm:cxn modelId="{0ED298A2-2AFB-46AD-9CA2-256FBC1655D9}" type="presOf" srcId="{47260428-3BEF-4AF1-9908-2944EBA3E9F9}" destId="{BD4A0557-0C20-4963-B5F5-2F9119BB5ABB}" srcOrd="0" destOrd="0" presId="urn:microsoft.com/office/officeart/2005/8/layout/lProcess1"/>
    <dgm:cxn modelId="{03ECDAA9-A1CE-453B-9A71-B620C7066218}" srcId="{2FAD92E2-E61B-4C37-BEDE-4E3BFB269ABA}" destId="{17BD362D-6193-4DBF-A9B1-5F04753F4F64}" srcOrd="0" destOrd="0" parTransId="{13BF25E5-3786-403C-BB6C-CE66AE4EF1FF}" sibTransId="{62D76D8D-2D29-4B3A-821E-3FA0E5D6CD4E}"/>
    <dgm:cxn modelId="{800DD8BC-1A6B-4493-9E6D-F2A84ECB6829}" type="presOf" srcId="{86E20CB3-FADE-4C3D-80F2-B388968AF241}" destId="{1DE085B1-A007-4356-9C0C-98E37DC6C5EC}" srcOrd="0" destOrd="0" presId="urn:microsoft.com/office/officeart/2005/8/layout/lProcess1"/>
    <dgm:cxn modelId="{611413BD-A3B8-46D6-903F-680E2725590E}" srcId="{2FAD92E2-E61B-4C37-BEDE-4E3BFB269ABA}" destId="{5278F793-63CE-4D05-8128-F6A976CE2F08}" srcOrd="2" destOrd="0" parTransId="{253E99B7-6B46-4A18-9550-827284AD83AC}" sibTransId="{051F91EF-7910-4D9A-88C9-A39021469D70}"/>
    <dgm:cxn modelId="{70D779BD-D645-48BC-8949-4438B9D4EDE2}" type="presOf" srcId="{CA1FCF48-4B99-45BA-92AC-A57F345D8F75}" destId="{00457B61-B7B7-4C79-AD17-148FC1CA89D0}" srcOrd="0" destOrd="0" presId="urn:microsoft.com/office/officeart/2005/8/layout/lProcess1"/>
    <dgm:cxn modelId="{00D11AC0-8FB3-47D4-9FD1-6A5BCA04D598}" type="presOf" srcId="{5278F793-63CE-4D05-8128-F6A976CE2F08}" destId="{248E0C72-6813-47C4-B677-4C0D13FE2C4D}" srcOrd="0" destOrd="0" presId="urn:microsoft.com/office/officeart/2005/8/layout/lProcess1"/>
    <dgm:cxn modelId="{6439C3C0-EFFE-4233-AB6D-C467033AF807}" srcId="{47260428-3BEF-4AF1-9908-2944EBA3E9F9}" destId="{E7246EAD-8561-40A1-8FD1-599CB55B9B56}" srcOrd="1" destOrd="0" parTransId="{EA06F114-E47B-44FC-ACC5-0BCEACD27E52}" sibTransId="{81A57EC2-0F96-488C-AAB9-0BD8FC24A494}"/>
    <dgm:cxn modelId="{435ADCD3-A229-4450-8610-DC5648357442}" srcId="{3FB7EF6F-246D-4FC0-A831-E7D017E39769}" destId="{2FAD92E2-E61B-4C37-BEDE-4E3BFB269ABA}" srcOrd="1" destOrd="0" parTransId="{5F4771E2-DB69-4FC9-95A6-EC616C4632B1}" sibTransId="{5D1ACB5C-84B3-4D7D-B303-666A027B997B}"/>
    <dgm:cxn modelId="{F1DFCDEC-11AE-4226-A64B-55D37C70E124}" srcId="{47260428-3BEF-4AF1-9908-2944EBA3E9F9}" destId="{86E20CB3-FADE-4C3D-80F2-B388968AF241}" srcOrd="0" destOrd="0" parTransId="{F63553AE-3DD5-49F9-BE7C-73857E45A252}" sibTransId="{CA1FCF48-4B99-45BA-92AC-A57F345D8F75}"/>
    <dgm:cxn modelId="{BB74ABF0-583D-45D1-8629-0C2314E89A52}" type="presOf" srcId="{3FB7EF6F-246D-4FC0-A831-E7D017E39769}" destId="{FAFABBB1-6830-4FF5-8A64-C9F4CD7CFEA1}" srcOrd="0" destOrd="0" presId="urn:microsoft.com/office/officeart/2005/8/layout/lProcess1"/>
    <dgm:cxn modelId="{73DF8DF1-8A73-4A7B-BD2C-31D150A12F5D}" type="presOf" srcId="{84D9473E-56A7-4AAD-957B-BD312CCC6C55}" destId="{04337F59-882D-4C9C-B0FB-EFEBA0850728}" srcOrd="0" destOrd="0" presId="urn:microsoft.com/office/officeart/2005/8/layout/lProcess1"/>
    <dgm:cxn modelId="{44085DFB-4387-49BA-B1A9-8DE4480B61B7}" type="presOf" srcId="{81A57EC2-0F96-488C-AAB9-0BD8FC24A494}" destId="{B7A58EBB-B395-43A2-8AC5-61CBF045810A}" srcOrd="0" destOrd="0" presId="urn:microsoft.com/office/officeart/2005/8/layout/lProcess1"/>
    <dgm:cxn modelId="{B1F7D377-8365-465F-91CE-A57115F8932D}" type="presParOf" srcId="{FAFABBB1-6830-4FF5-8A64-C9F4CD7CFEA1}" destId="{36F5A27F-1B09-49C0-813A-60967368A6B7}" srcOrd="0" destOrd="0" presId="urn:microsoft.com/office/officeart/2005/8/layout/lProcess1"/>
    <dgm:cxn modelId="{EE79B564-45BC-4CCA-BC51-76203BE697DF}" type="presParOf" srcId="{36F5A27F-1B09-49C0-813A-60967368A6B7}" destId="{BD4A0557-0C20-4963-B5F5-2F9119BB5ABB}" srcOrd="0" destOrd="0" presId="urn:microsoft.com/office/officeart/2005/8/layout/lProcess1"/>
    <dgm:cxn modelId="{C44A45E2-3EDC-4C24-8E49-0DE6FBE2AA53}" type="presParOf" srcId="{36F5A27F-1B09-49C0-813A-60967368A6B7}" destId="{D59C36BD-E805-45CF-9008-14548A11B287}" srcOrd="1" destOrd="0" presId="urn:microsoft.com/office/officeart/2005/8/layout/lProcess1"/>
    <dgm:cxn modelId="{6F781B71-B4C5-42EE-BFD0-0BC0CAE0CEB9}" type="presParOf" srcId="{36F5A27F-1B09-49C0-813A-60967368A6B7}" destId="{1DE085B1-A007-4356-9C0C-98E37DC6C5EC}" srcOrd="2" destOrd="0" presId="urn:microsoft.com/office/officeart/2005/8/layout/lProcess1"/>
    <dgm:cxn modelId="{F4F401E0-6192-4D79-9E3B-08B90F052C28}" type="presParOf" srcId="{36F5A27F-1B09-49C0-813A-60967368A6B7}" destId="{00457B61-B7B7-4C79-AD17-148FC1CA89D0}" srcOrd="3" destOrd="0" presId="urn:microsoft.com/office/officeart/2005/8/layout/lProcess1"/>
    <dgm:cxn modelId="{7D794344-15FE-409D-925A-354880B45E76}" type="presParOf" srcId="{36F5A27F-1B09-49C0-813A-60967368A6B7}" destId="{5F9976D8-87B2-4DA4-B700-4E6B6DCE5947}" srcOrd="4" destOrd="0" presId="urn:microsoft.com/office/officeart/2005/8/layout/lProcess1"/>
    <dgm:cxn modelId="{820DF555-32EA-4D31-A69E-C088C2C7BFA7}" type="presParOf" srcId="{36F5A27F-1B09-49C0-813A-60967368A6B7}" destId="{B7A58EBB-B395-43A2-8AC5-61CBF045810A}" srcOrd="5" destOrd="0" presId="urn:microsoft.com/office/officeart/2005/8/layout/lProcess1"/>
    <dgm:cxn modelId="{1AA6F61F-A673-4AD9-A17F-727E83141A81}" type="presParOf" srcId="{36F5A27F-1B09-49C0-813A-60967368A6B7}" destId="{F298A807-08FA-467A-AE59-1A19347040D3}" srcOrd="6" destOrd="0" presId="urn:microsoft.com/office/officeart/2005/8/layout/lProcess1"/>
    <dgm:cxn modelId="{6883FF31-A51C-4B62-90AE-A47BBFD24B8A}" type="presParOf" srcId="{FAFABBB1-6830-4FF5-8A64-C9F4CD7CFEA1}" destId="{48EC1D38-4549-4D2A-84C6-49BBC13D925D}" srcOrd="1" destOrd="0" presId="urn:microsoft.com/office/officeart/2005/8/layout/lProcess1"/>
    <dgm:cxn modelId="{EDBD3A64-2DA9-488B-A39D-0AB62CB3C196}" type="presParOf" srcId="{FAFABBB1-6830-4FF5-8A64-C9F4CD7CFEA1}" destId="{BA0F3E2B-E4C5-4203-BFE5-DDC0BFB124A3}" srcOrd="2" destOrd="0" presId="urn:microsoft.com/office/officeart/2005/8/layout/lProcess1"/>
    <dgm:cxn modelId="{1D0AAAC6-B091-48A3-AACA-407C97292863}" type="presParOf" srcId="{BA0F3E2B-E4C5-4203-BFE5-DDC0BFB124A3}" destId="{6D5A55C4-6909-4827-94D2-C704E2589406}" srcOrd="0" destOrd="0" presId="urn:microsoft.com/office/officeart/2005/8/layout/lProcess1"/>
    <dgm:cxn modelId="{C5AB9846-7163-4138-839D-BB489C15C7E0}" type="presParOf" srcId="{BA0F3E2B-E4C5-4203-BFE5-DDC0BFB124A3}" destId="{FFDE8BB4-FF46-4024-AF50-4457F3C35C83}" srcOrd="1" destOrd="0" presId="urn:microsoft.com/office/officeart/2005/8/layout/lProcess1"/>
    <dgm:cxn modelId="{23BCB2BF-C82E-44B0-AB34-8A3D596F4793}" type="presParOf" srcId="{BA0F3E2B-E4C5-4203-BFE5-DDC0BFB124A3}" destId="{D77538E6-90C8-47AA-9DE6-002165D66F59}" srcOrd="2" destOrd="0" presId="urn:microsoft.com/office/officeart/2005/8/layout/lProcess1"/>
    <dgm:cxn modelId="{1F3C420F-5EDD-47D8-A9AA-C8C3CBC0D9CE}" type="presParOf" srcId="{BA0F3E2B-E4C5-4203-BFE5-DDC0BFB124A3}" destId="{80ADEB21-D1E8-4F85-83D6-D4E55CC0CE7E}" srcOrd="3" destOrd="0" presId="urn:microsoft.com/office/officeart/2005/8/layout/lProcess1"/>
    <dgm:cxn modelId="{9B24E557-4543-4188-B44F-B9F6180DEC91}" type="presParOf" srcId="{BA0F3E2B-E4C5-4203-BFE5-DDC0BFB124A3}" destId="{04337F59-882D-4C9C-B0FB-EFEBA0850728}" srcOrd="4" destOrd="0" presId="urn:microsoft.com/office/officeart/2005/8/layout/lProcess1"/>
    <dgm:cxn modelId="{7E363484-2948-4B74-8B08-F83183373724}" type="presParOf" srcId="{BA0F3E2B-E4C5-4203-BFE5-DDC0BFB124A3}" destId="{2874633F-1BB9-4DC1-A76F-6B3720106A7E}" srcOrd="5" destOrd="0" presId="urn:microsoft.com/office/officeart/2005/8/layout/lProcess1"/>
    <dgm:cxn modelId="{9AD8AFE6-3395-4DBF-86ED-7DE4F5FCD5CD}" type="presParOf" srcId="{BA0F3E2B-E4C5-4203-BFE5-DDC0BFB124A3}" destId="{248E0C72-6813-47C4-B677-4C0D13FE2C4D}" srcOrd="6" destOrd="0" presId="urn:microsoft.com/office/officeart/2005/8/layout/l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FB7EF6F-246D-4FC0-A831-E7D017E39769}" type="doc">
      <dgm:prSet loTypeId="urn:microsoft.com/office/officeart/2005/8/layout/lProcess1" loCatId="process" qsTypeId="urn:microsoft.com/office/officeart/2005/8/quickstyle/simple2" qsCatId="simple" csTypeId="urn:microsoft.com/office/officeart/2005/8/colors/colorful5" csCatId="colorful" phldr="1"/>
      <dgm:spPr/>
      <dgm:t>
        <a:bodyPr/>
        <a:lstStyle/>
        <a:p>
          <a:endParaRPr lang="en-MY"/>
        </a:p>
      </dgm:t>
    </dgm:pt>
    <dgm:pt modelId="{47260428-3BEF-4AF1-9908-2944EBA3E9F9}">
      <dgm:prSet phldrT="[Text]"/>
      <dgm:spPr/>
      <dgm:t>
        <a:bodyPr/>
        <a:lstStyle/>
        <a:p>
          <a:pPr>
            <a:buNone/>
          </a:pPr>
          <a:r>
            <a:rPr lang="en-MY" b="1" dirty="0"/>
            <a:t>Difficulty Comparing Campaign Performance</a:t>
          </a:r>
          <a:endParaRPr lang="en-MY" dirty="0"/>
        </a:p>
      </dgm:t>
    </dgm:pt>
    <dgm:pt modelId="{17B36594-BDEE-4919-BDB0-D913747420A3}" type="parTrans" cxnId="{81EBEC11-F723-4932-BF0E-591221EC58DE}">
      <dgm:prSet/>
      <dgm:spPr/>
      <dgm:t>
        <a:bodyPr/>
        <a:lstStyle/>
        <a:p>
          <a:endParaRPr lang="en-MY"/>
        </a:p>
      </dgm:t>
    </dgm:pt>
    <dgm:pt modelId="{A8DDC425-804E-420D-B58D-15FDB3F2B784}" type="sibTrans" cxnId="{81EBEC11-F723-4932-BF0E-591221EC58DE}">
      <dgm:prSet/>
      <dgm:spPr/>
      <dgm:t>
        <a:bodyPr/>
        <a:lstStyle/>
        <a:p>
          <a:endParaRPr lang="en-MY"/>
        </a:p>
      </dgm:t>
    </dgm:pt>
    <dgm:pt modelId="{86E20CB3-FADE-4C3D-80F2-B388968AF241}">
      <dgm:prSet phldrT="[Text]" phldr="0"/>
      <dgm:spPr/>
      <dgm:t>
        <a:bodyPr/>
        <a:lstStyle/>
        <a:p>
          <a:r>
            <a:rPr lang="en-US" dirty="0"/>
            <a:t>Campaigns, channels &amp; time</a:t>
          </a:r>
          <a:endParaRPr lang="en-MY" dirty="0"/>
        </a:p>
      </dgm:t>
    </dgm:pt>
    <dgm:pt modelId="{F63553AE-3DD5-49F9-BE7C-73857E45A252}" type="parTrans" cxnId="{F1DFCDEC-11AE-4226-A64B-55D37C70E124}">
      <dgm:prSet/>
      <dgm:spPr/>
      <dgm:t>
        <a:bodyPr/>
        <a:lstStyle/>
        <a:p>
          <a:endParaRPr lang="en-MY"/>
        </a:p>
      </dgm:t>
    </dgm:pt>
    <dgm:pt modelId="{CA1FCF48-4B99-45BA-92AC-A57F345D8F75}" type="sibTrans" cxnId="{F1DFCDEC-11AE-4226-A64B-55D37C70E124}">
      <dgm:prSet/>
      <dgm:spPr/>
      <dgm:t>
        <a:bodyPr/>
        <a:lstStyle/>
        <a:p>
          <a:endParaRPr lang="en-MY"/>
        </a:p>
      </dgm:t>
    </dgm:pt>
    <dgm:pt modelId="{2FAD92E2-E61B-4C37-BEDE-4E3BFB269ABA}">
      <dgm:prSet phldrT="[Text]"/>
      <dgm:spPr/>
      <dgm:t>
        <a:bodyPr/>
        <a:lstStyle/>
        <a:p>
          <a:pPr>
            <a:buNone/>
          </a:pPr>
          <a:r>
            <a:rPr lang="en-MY" b="1" dirty="0"/>
            <a:t>Lack of Interactive Analysis Tools</a:t>
          </a:r>
          <a:endParaRPr lang="en-MY" dirty="0"/>
        </a:p>
      </dgm:t>
    </dgm:pt>
    <dgm:pt modelId="{5F4771E2-DB69-4FC9-95A6-EC616C4632B1}" type="parTrans" cxnId="{435ADCD3-A229-4450-8610-DC5648357442}">
      <dgm:prSet/>
      <dgm:spPr/>
      <dgm:t>
        <a:bodyPr/>
        <a:lstStyle/>
        <a:p>
          <a:endParaRPr lang="en-MY"/>
        </a:p>
      </dgm:t>
    </dgm:pt>
    <dgm:pt modelId="{5D1ACB5C-84B3-4D7D-B303-666A027B997B}" type="sibTrans" cxnId="{435ADCD3-A229-4450-8610-DC5648357442}">
      <dgm:prSet/>
      <dgm:spPr/>
      <dgm:t>
        <a:bodyPr/>
        <a:lstStyle/>
        <a:p>
          <a:endParaRPr lang="en-MY"/>
        </a:p>
      </dgm:t>
    </dgm:pt>
    <dgm:pt modelId="{17BD362D-6193-4DBF-A9B1-5F04753F4F64}">
      <dgm:prSet phldrT="[Text]" phldr="0"/>
      <dgm:spPr/>
      <dgm:t>
        <a:bodyPr/>
        <a:lstStyle/>
        <a:p>
          <a:r>
            <a:rPr lang="en-US" dirty="0"/>
            <a:t>No Centralized dashboard</a:t>
          </a:r>
          <a:endParaRPr lang="en-MY" dirty="0"/>
        </a:p>
      </dgm:t>
    </dgm:pt>
    <dgm:pt modelId="{13BF25E5-3786-403C-BB6C-CE66AE4EF1FF}" type="parTrans" cxnId="{03ECDAA9-A1CE-453B-9A71-B620C7066218}">
      <dgm:prSet/>
      <dgm:spPr/>
      <dgm:t>
        <a:bodyPr/>
        <a:lstStyle/>
        <a:p>
          <a:endParaRPr lang="en-MY"/>
        </a:p>
      </dgm:t>
    </dgm:pt>
    <dgm:pt modelId="{62D76D8D-2D29-4B3A-821E-3FA0E5D6CD4E}" type="sibTrans" cxnId="{03ECDAA9-A1CE-453B-9A71-B620C7066218}">
      <dgm:prSet/>
      <dgm:spPr/>
      <dgm:t>
        <a:bodyPr/>
        <a:lstStyle/>
        <a:p>
          <a:endParaRPr lang="en-MY"/>
        </a:p>
      </dgm:t>
    </dgm:pt>
    <dgm:pt modelId="{6403EF28-47AE-4015-BEBC-DF4D700089BB}">
      <dgm:prSet phldrT="[Text]" phldr="0"/>
      <dgm:spPr/>
      <dgm:t>
        <a:bodyPr/>
        <a:lstStyle/>
        <a:p>
          <a:r>
            <a:rPr lang="en-US" dirty="0"/>
            <a:t>Assumption</a:t>
          </a:r>
          <a:endParaRPr lang="en-MY" dirty="0"/>
        </a:p>
      </dgm:t>
    </dgm:pt>
    <dgm:pt modelId="{DE8F4796-5D36-4B94-96FB-0708C626A84D}" type="parTrans" cxnId="{7F3440E9-6D83-41BD-9DD6-EA6DCAB51F6A}">
      <dgm:prSet/>
      <dgm:spPr/>
      <dgm:t>
        <a:bodyPr/>
        <a:lstStyle/>
        <a:p>
          <a:endParaRPr lang="en-MY"/>
        </a:p>
      </dgm:t>
    </dgm:pt>
    <dgm:pt modelId="{D759BD6A-D268-41DF-BBF7-21C6BF4F43B2}" type="sibTrans" cxnId="{7F3440E9-6D83-41BD-9DD6-EA6DCAB51F6A}">
      <dgm:prSet/>
      <dgm:spPr/>
      <dgm:t>
        <a:bodyPr/>
        <a:lstStyle/>
        <a:p>
          <a:endParaRPr lang="en-MY"/>
        </a:p>
      </dgm:t>
    </dgm:pt>
    <dgm:pt modelId="{353F9C6E-B01D-468E-922E-6395DA6D098D}">
      <dgm:prSet phldrT="[Text]" phldr="0"/>
      <dgm:spPr/>
      <dgm:t>
        <a:bodyPr/>
        <a:lstStyle/>
        <a:p>
          <a:r>
            <a:rPr lang="en-US" dirty="0"/>
            <a:t>Campaign type, audience segments, time period</a:t>
          </a:r>
          <a:endParaRPr lang="en-MY" dirty="0"/>
        </a:p>
      </dgm:t>
    </dgm:pt>
    <dgm:pt modelId="{D246B623-7962-4DA4-A301-4C9F041D1FFD}" type="parTrans" cxnId="{1BD2EAE1-46A0-44F9-8F41-2DA6F7E9863C}">
      <dgm:prSet/>
      <dgm:spPr/>
      <dgm:t>
        <a:bodyPr/>
        <a:lstStyle/>
        <a:p>
          <a:endParaRPr lang="en-MY"/>
        </a:p>
      </dgm:t>
    </dgm:pt>
    <dgm:pt modelId="{9E497E1E-45E0-477B-841C-16FC6412396A}" type="sibTrans" cxnId="{1BD2EAE1-46A0-44F9-8F41-2DA6F7E9863C}">
      <dgm:prSet/>
      <dgm:spPr/>
      <dgm:t>
        <a:bodyPr/>
        <a:lstStyle/>
        <a:p>
          <a:endParaRPr lang="en-MY"/>
        </a:p>
      </dgm:t>
    </dgm:pt>
    <dgm:pt modelId="{507B2C98-F6F7-49F2-9A73-55C2F0BD729F}">
      <dgm:prSet phldrT="[Text]" phldr="0"/>
      <dgm:spPr/>
      <dgm:t>
        <a:bodyPr/>
        <a:lstStyle/>
        <a:p>
          <a:r>
            <a:rPr lang="en-US" dirty="0"/>
            <a:t>Hidden patterns</a:t>
          </a:r>
          <a:endParaRPr lang="en-MY" dirty="0"/>
        </a:p>
      </dgm:t>
    </dgm:pt>
    <dgm:pt modelId="{19B63FE8-AC31-4964-91AC-16CFE38B280A}" type="parTrans" cxnId="{FC15B69C-2E3F-4091-B270-23B987E3C0A2}">
      <dgm:prSet/>
      <dgm:spPr/>
      <dgm:t>
        <a:bodyPr/>
        <a:lstStyle/>
        <a:p>
          <a:endParaRPr lang="en-MY"/>
        </a:p>
      </dgm:t>
    </dgm:pt>
    <dgm:pt modelId="{3D750EA2-518E-4540-BD8E-159A927CEB2C}" type="sibTrans" cxnId="{FC15B69C-2E3F-4091-B270-23B987E3C0A2}">
      <dgm:prSet/>
      <dgm:spPr/>
      <dgm:t>
        <a:bodyPr/>
        <a:lstStyle/>
        <a:p>
          <a:endParaRPr lang="en-MY"/>
        </a:p>
      </dgm:t>
    </dgm:pt>
    <dgm:pt modelId="{68DF78BF-AAC6-4529-8005-EC533A527875}">
      <dgm:prSet phldrT="[Text]" phldr="0"/>
      <dgm:spPr/>
      <dgm:t>
        <a:bodyPr/>
        <a:lstStyle/>
        <a:p>
          <a:r>
            <a:rPr lang="en-US" dirty="0"/>
            <a:t>Budget allocation</a:t>
          </a:r>
          <a:endParaRPr lang="en-MY" dirty="0"/>
        </a:p>
      </dgm:t>
    </dgm:pt>
    <dgm:pt modelId="{FB364C9A-CD40-413D-B981-8370744313CC}" type="parTrans" cxnId="{B8077817-BF7D-4951-B778-A87153A43C68}">
      <dgm:prSet/>
      <dgm:spPr/>
      <dgm:t>
        <a:bodyPr/>
        <a:lstStyle/>
        <a:p>
          <a:endParaRPr lang="en-MY"/>
        </a:p>
      </dgm:t>
    </dgm:pt>
    <dgm:pt modelId="{44B8CB6F-F9AB-432F-8AEF-1FAE71E864CF}" type="sibTrans" cxnId="{B8077817-BF7D-4951-B778-A87153A43C68}">
      <dgm:prSet/>
      <dgm:spPr/>
      <dgm:t>
        <a:bodyPr/>
        <a:lstStyle/>
        <a:p>
          <a:endParaRPr lang="en-MY"/>
        </a:p>
      </dgm:t>
    </dgm:pt>
    <dgm:pt modelId="{FAFABBB1-6830-4FF5-8A64-C9F4CD7CFEA1}" type="pres">
      <dgm:prSet presAssocID="{3FB7EF6F-246D-4FC0-A831-E7D017E39769}" presName="Name0" presStyleCnt="0">
        <dgm:presLayoutVars>
          <dgm:dir/>
          <dgm:animLvl val="lvl"/>
          <dgm:resizeHandles val="exact"/>
        </dgm:presLayoutVars>
      </dgm:prSet>
      <dgm:spPr/>
    </dgm:pt>
    <dgm:pt modelId="{36F5A27F-1B09-49C0-813A-60967368A6B7}" type="pres">
      <dgm:prSet presAssocID="{47260428-3BEF-4AF1-9908-2944EBA3E9F9}" presName="vertFlow" presStyleCnt="0"/>
      <dgm:spPr/>
    </dgm:pt>
    <dgm:pt modelId="{BD4A0557-0C20-4963-B5F5-2F9119BB5ABB}" type="pres">
      <dgm:prSet presAssocID="{47260428-3BEF-4AF1-9908-2944EBA3E9F9}" presName="header" presStyleLbl="node1" presStyleIdx="0" presStyleCnt="2"/>
      <dgm:spPr/>
    </dgm:pt>
    <dgm:pt modelId="{D59C36BD-E805-45CF-9008-14548A11B287}" type="pres">
      <dgm:prSet presAssocID="{F63553AE-3DD5-49F9-BE7C-73857E45A252}" presName="parTrans" presStyleLbl="sibTrans2D1" presStyleIdx="0" presStyleCnt="6"/>
      <dgm:spPr/>
    </dgm:pt>
    <dgm:pt modelId="{1DE085B1-A007-4356-9C0C-98E37DC6C5EC}" type="pres">
      <dgm:prSet presAssocID="{86E20CB3-FADE-4C3D-80F2-B388968AF241}" presName="child" presStyleLbl="alignAccFollowNode1" presStyleIdx="0" presStyleCnt="6" custLinFactNeighborY="4415">
        <dgm:presLayoutVars>
          <dgm:chMax val="0"/>
          <dgm:bulletEnabled val="1"/>
        </dgm:presLayoutVars>
      </dgm:prSet>
      <dgm:spPr/>
    </dgm:pt>
    <dgm:pt modelId="{9253E153-7242-428E-BAC9-89E6B3E9CFA9}" type="pres">
      <dgm:prSet presAssocID="{CA1FCF48-4B99-45BA-92AC-A57F345D8F75}" presName="sibTrans" presStyleLbl="sibTrans2D1" presStyleIdx="1" presStyleCnt="6"/>
      <dgm:spPr/>
    </dgm:pt>
    <dgm:pt modelId="{1C416E15-DA92-4D51-AAE8-586622E161DC}" type="pres">
      <dgm:prSet presAssocID="{68DF78BF-AAC6-4529-8005-EC533A527875}" presName="child" presStyleLbl="alignAccFollowNode1" presStyleIdx="1" presStyleCnt="6" custScaleY="127196">
        <dgm:presLayoutVars>
          <dgm:chMax val="0"/>
          <dgm:bulletEnabled val="1"/>
        </dgm:presLayoutVars>
      </dgm:prSet>
      <dgm:spPr/>
    </dgm:pt>
    <dgm:pt modelId="{83F32F3B-CAD3-4B24-B28C-0DC84EC0928E}" type="pres">
      <dgm:prSet presAssocID="{44B8CB6F-F9AB-432F-8AEF-1FAE71E864CF}" presName="sibTrans" presStyleLbl="sibTrans2D1" presStyleIdx="2" presStyleCnt="6"/>
      <dgm:spPr/>
    </dgm:pt>
    <dgm:pt modelId="{E2E8C63E-A690-45D8-AEE5-490A8FC85D73}" type="pres">
      <dgm:prSet presAssocID="{6403EF28-47AE-4015-BEBC-DF4D700089BB}" presName="child" presStyleLbl="alignAccFollowNode1" presStyleIdx="2" presStyleCnt="6" custLinFactNeighborY="-8771">
        <dgm:presLayoutVars>
          <dgm:chMax val="0"/>
          <dgm:bulletEnabled val="1"/>
        </dgm:presLayoutVars>
      </dgm:prSet>
      <dgm:spPr/>
    </dgm:pt>
    <dgm:pt modelId="{48EC1D38-4549-4D2A-84C6-49BBC13D925D}" type="pres">
      <dgm:prSet presAssocID="{47260428-3BEF-4AF1-9908-2944EBA3E9F9}" presName="hSp" presStyleCnt="0"/>
      <dgm:spPr/>
    </dgm:pt>
    <dgm:pt modelId="{BA0F3E2B-E4C5-4203-BFE5-DDC0BFB124A3}" type="pres">
      <dgm:prSet presAssocID="{2FAD92E2-E61B-4C37-BEDE-4E3BFB269ABA}" presName="vertFlow" presStyleCnt="0"/>
      <dgm:spPr/>
    </dgm:pt>
    <dgm:pt modelId="{6D5A55C4-6909-4827-94D2-C704E2589406}" type="pres">
      <dgm:prSet presAssocID="{2FAD92E2-E61B-4C37-BEDE-4E3BFB269ABA}" presName="header" presStyleLbl="node1" presStyleIdx="1" presStyleCnt="2"/>
      <dgm:spPr/>
    </dgm:pt>
    <dgm:pt modelId="{FFDE8BB4-FF46-4024-AF50-4457F3C35C83}" type="pres">
      <dgm:prSet presAssocID="{13BF25E5-3786-403C-BB6C-CE66AE4EF1FF}" presName="parTrans" presStyleLbl="sibTrans2D1" presStyleIdx="3" presStyleCnt="6"/>
      <dgm:spPr/>
    </dgm:pt>
    <dgm:pt modelId="{D77538E6-90C8-47AA-9DE6-002165D66F59}" type="pres">
      <dgm:prSet presAssocID="{17BD362D-6193-4DBF-A9B1-5F04753F4F64}" presName="child" presStyleLbl="alignAccFollowNode1" presStyleIdx="3" presStyleCnt="6">
        <dgm:presLayoutVars>
          <dgm:chMax val="0"/>
          <dgm:bulletEnabled val="1"/>
        </dgm:presLayoutVars>
      </dgm:prSet>
      <dgm:spPr/>
    </dgm:pt>
    <dgm:pt modelId="{214EFFA6-4722-4B92-AB29-950B0C641CB0}" type="pres">
      <dgm:prSet presAssocID="{62D76D8D-2D29-4B3A-821E-3FA0E5D6CD4E}" presName="sibTrans" presStyleLbl="sibTrans2D1" presStyleIdx="4" presStyleCnt="6"/>
      <dgm:spPr/>
    </dgm:pt>
    <dgm:pt modelId="{8480F1E1-80BC-4EDA-A02B-CE94B594ED40}" type="pres">
      <dgm:prSet presAssocID="{353F9C6E-B01D-468E-922E-6395DA6D098D}" presName="child" presStyleLbl="alignAccFollowNode1" presStyleIdx="4" presStyleCnt="6" custScaleY="129646">
        <dgm:presLayoutVars>
          <dgm:chMax val="0"/>
          <dgm:bulletEnabled val="1"/>
        </dgm:presLayoutVars>
      </dgm:prSet>
      <dgm:spPr/>
    </dgm:pt>
    <dgm:pt modelId="{4B4C8333-E82F-491E-BC5F-6ACE940F0B6B}" type="pres">
      <dgm:prSet presAssocID="{9E497E1E-45E0-477B-841C-16FC6412396A}" presName="sibTrans" presStyleLbl="sibTrans2D1" presStyleIdx="5" presStyleCnt="6"/>
      <dgm:spPr/>
    </dgm:pt>
    <dgm:pt modelId="{33037EBD-15D7-4285-8125-168803D4F9FF}" type="pres">
      <dgm:prSet presAssocID="{507B2C98-F6F7-49F2-9A73-55C2F0BD729F}" presName="child" presStyleLbl="alignAccFollowNode1" presStyleIdx="5" presStyleCnt="6" custLinFactNeighborY="-17593">
        <dgm:presLayoutVars>
          <dgm:chMax val="0"/>
          <dgm:bulletEnabled val="1"/>
        </dgm:presLayoutVars>
      </dgm:prSet>
      <dgm:spPr/>
    </dgm:pt>
  </dgm:ptLst>
  <dgm:cxnLst>
    <dgm:cxn modelId="{81EBEC11-F723-4932-BF0E-591221EC58DE}" srcId="{3FB7EF6F-246D-4FC0-A831-E7D017E39769}" destId="{47260428-3BEF-4AF1-9908-2944EBA3E9F9}" srcOrd="0" destOrd="0" parTransId="{17B36594-BDEE-4919-BDB0-D913747420A3}" sibTransId="{A8DDC425-804E-420D-B58D-15FDB3F2B784}"/>
    <dgm:cxn modelId="{B8077817-BF7D-4951-B778-A87153A43C68}" srcId="{47260428-3BEF-4AF1-9908-2944EBA3E9F9}" destId="{68DF78BF-AAC6-4529-8005-EC533A527875}" srcOrd="1" destOrd="0" parTransId="{FB364C9A-CD40-413D-B981-8370744313CC}" sibTransId="{44B8CB6F-F9AB-432F-8AEF-1FAE71E864CF}"/>
    <dgm:cxn modelId="{120B301B-50A9-465B-9A91-622C4F82AD58}" type="presOf" srcId="{F63553AE-3DD5-49F9-BE7C-73857E45A252}" destId="{D59C36BD-E805-45CF-9008-14548A11B287}" srcOrd="0" destOrd="0" presId="urn:microsoft.com/office/officeart/2005/8/layout/lProcess1"/>
    <dgm:cxn modelId="{458A6C2E-51B4-46D3-A25D-10E8B3FEF7B4}" type="presOf" srcId="{507B2C98-F6F7-49F2-9A73-55C2F0BD729F}" destId="{33037EBD-15D7-4285-8125-168803D4F9FF}" srcOrd="0" destOrd="0" presId="urn:microsoft.com/office/officeart/2005/8/layout/lProcess1"/>
    <dgm:cxn modelId="{4A80123F-346E-4DD7-B4A6-11A491C5A413}" type="presOf" srcId="{13BF25E5-3786-403C-BB6C-CE66AE4EF1FF}" destId="{FFDE8BB4-FF46-4024-AF50-4457F3C35C83}" srcOrd="0" destOrd="0" presId="urn:microsoft.com/office/officeart/2005/8/layout/lProcess1"/>
    <dgm:cxn modelId="{054DE25B-9A0E-485D-9E90-E076650F6225}" type="presOf" srcId="{17BD362D-6193-4DBF-A9B1-5F04753F4F64}" destId="{D77538E6-90C8-47AA-9DE6-002165D66F59}" srcOrd="0" destOrd="0" presId="urn:microsoft.com/office/officeart/2005/8/layout/lProcess1"/>
    <dgm:cxn modelId="{8AC65E49-0D34-4117-A7FA-5B6A212117A5}" type="presOf" srcId="{47260428-3BEF-4AF1-9908-2944EBA3E9F9}" destId="{BD4A0557-0C20-4963-B5F5-2F9119BB5ABB}" srcOrd="0" destOrd="0" presId="urn:microsoft.com/office/officeart/2005/8/layout/lProcess1"/>
    <dgm:cxn modelId="{03719F8D-DE01-42A3-932F-4AC951CE66C2}" type="presOf" srcId="{6403EF28-47AE-4015-BEBC-DF4D700089BB}" destId="{E2E8C63E-A690-45D8-AEE5-490A8FC85D73}" srcOrd="0" destOrd="0" presId="urn:microsoft.com/office/officeart/2005/8/layout/lProcess1"/>
    <dgm:cxn modelId="{6FBE369A-CBD7-475A-93E7-7966B3D730EE}" type="presOf" srcId="{62D76D8D-2D29-4B3A-821E-3FA0E5D6CD4E}" destId="{214EFFA6-4722-4B92-AB29-950B0C641CB0}" srcOrd="0" destOrd="0" presId="urn:microsoft.com/office/officeart/2005/8/layout/lProcess1"/>
    <dgm:cxn modelId="{FC15B69C-2E3F-4091-B270-23B987E3C0A2}" srcId="{2FAD92E2-E61B-4C37-BEDE-4E3BFB269ABA}" destId="{507B2C98-F6F7-49F2-9A73-55C2F0BD729F}" srcOrd="2" destOrd="0" parTransId="{19B63FE8-AC31-4964-91AC-16CFE38B280A}" sibTransId="{3D750EA2-518E-4540-BD8E-159A927CEB2C}"/>
    <dgm:cxn modelId="{03ECDAA9-A1CE-453B-9A71-B620C7066218}" srcId="{2FAD92E2-E61B-4C37-BEDE-4E3BFB269ABA}" destId="{17BD362D-6193-4DBF-A9B1-5F04753F4F64}" srcOrd="0" destOrd="0" parTransId="{13BF25E5-3786-403C-BB6C-CE66AE4EF1FF}" sibTransId="{62D76D8D-2D29-4B3A-821E-3FA0E5D6CD4E}"/>
    <dgm:cxn modelId="{561E6DAA-5216-42FD-A1CE-996012674F34}" type="presOf" srcId="{2FAD92E2-E61B-4C37-BEDE-4E3BFB269ABA}" destId="{6D5A55C4-6909-4827-94D2-C704E2589406}" srcOrd="0" destOrd="0" presId="urn:microsoft.com/office/officeart/2005/8/layout/lProcess1"/>
    <dgm:cxn modelId="{FD7830B9-9567-4FCE-8A66-0B41B1A0AEBF}" type="presOf" srcId="{CA1FCF48-4B99-45BA-92AC-A57F345D8F75}" destId="{9253E153-7242-428E-BAC9-89E6B3E9CFA9}" srcOrd="0" destOrd="0" presId="urn:microsoft.com/office/officeart/2005/8/layout/lProcess1"/>
    <dgm:cxn modelId="{9F2B14CC-B39C-4345-AD2C-DE424A3B481B}" type="presOf" srcId="{353F9C6E-B01D-468E-922E-6395DA6D098D}" destId="{8480F1E1-80BC-4EDA-A02B-CE94B594ED40}" srcOrd="0" destOrd="0" presId="urn:microsoft.com/office/officeart/2005/8/layout/lProcess1"/>
    <dgm:cxn modelId="{435ADCD3-A229-4450-8610-DC5648357442}" srcId="{3FB7EF6F-246D-4FC0-A831-E7D017E39769}" destId="{2FAD92E2-E61B-4C37-BEDE-4E3BFB269ABA}" srcOrd="1" destOrd="0" parTransId="{5F4771E2-DB69-4FC9-95A6-EC616C4632B1}" sibTransId="{5D1ACB5C-84B3-4D7D-B303-666A027B997B}"/>
    <dgm:cxn modelId="{1BD2EAE1-46A0-44F9-8F41-2DA6F7E9863C}" srcId="{2FAD92E2-E61B-4C37-BEDE-4E3BFB269ABA}" destId="{353F9C6E-B01D-468E-922E-6395DA6D098D}" srcOrd="1" destOrd="0" parTransId="{D246B623-7962-4DA4-A301-4C9F041D1FFD}" sibTransId="{9E497E1E-45E0-477B-841C-16FC6412396A}"/>
    <dgm:cxn modelId="{7F3440E9-6D83-41BD-9DD6-EA6DCAB51F6A}" srcId="{47260428-3BEF-4AF1-9908-2944EBA3E9F9}" destId="{6403EF28-47AE-4015-BEBC-DF4D700089BB}" srcOrd="2" destOrd="0" parTransId="{DE8F4796-5D36-4B94-96FB-0708C626A84D}" sibTransId="{D759BD6A-D268-41DF-BBF7-21C6BF4F43B2}"/>
    <dgm:cxn modelId="{36FBE6EB-6098-4626-A00D-855C64092CDE}" type="presOf" srcId="{86E20CB3-FADE-4C3D-80F2-B388968AF241}" destId="{1DE085B1-A007-4356-9C0C-98E37DC6C5EC}" srcOrd="0" destOrd="0" presId="urn:microsoft.com/office/officeart/2005/8/layout/lProcess1"/>
    <dgm:cxn modelId="{F1DFCDEC-11AE-4226-A64B-55D37C70E124}" srcId="{47260428-3BEF-4AF1-9908-2944EBA3E9F9}" destId="{86E20CB3-FADE-4C3D-80F2-B388968AF241}" srcOrd="0" destOrd="0" parTransId="{F63553AE-3DD5-49F9-BE7C-73857E45A252}" sibTransId="{CA1FCF48-4B99-45BA-92AC-A57F345D8F75}"/>
    <dgm:cxn modelId="{1ED149F0-E5BF-4292-B78E-66BDB9315539}" type="presOf" srcId="{68DF78BF-AAC6-4529-8005-EC533A527875}" destId="{1C416E15-DA92-4D51-AAE8-586622E161DC}" srcOrd="0" destOrd="0" presId="urn:microsoft.com/office/officeart/2005/8/layout/lProcess1"/>
    <dgm:cxn modelId="{BB74ABF0-583D-45D1-8629-0C2314E89A52}" type="presOf" srcId="{3FB7EF6F-246D-4FC0-A831-E7D017E39769}" destId="{FAFABBB1-6830-4FF5-8A64-C9F4CD7CFEA1}" srcOrd="0" destOrd="0" presId="urn:microsoft.com/office/officeart/2005/8/layout/lProcess1"/>
    <dgm:cxn modelId="{8B5CCCF7-7AA9-4AB5-A9E7-243DA7400216}" type="presOf" srcId="{44B8CB6F-F9AB-432F-8AEF-1FAE71E864CF}" destId="{83F32F3B-CAD3-4B24-B28C-0DC84EC0928E}" srcOrd="0" destOrd="0" presId="urn:microsoft.com/office/officeart/2005/8/layout/lProcess1"/>
    <dgm:cxn modelId="{0740CCFF-493A-4B98-B196-8E4A05BDC855}" type="presOf" srcId="{9E497E1E-45E0-477B-841C-16FC6412396A}" destId="{4B4C8333-E82F-491E-BC5F-6ACE940F0B6B}" srcOrd="0" destOrd="0" presId="urn:microsoft.com/office/officeart/2005/8/layout/lProcess1"/>
    <dgm:cxn modelId="{C9954442-2EB9-43ED-BD57-06FC2C1E81D7}" type="presParOf" srcId="{FAFABBB1-6830-4FF5-8A64-C9F4CD7CFEA1}" destId="{36F5A27F-1B09-49C0-813A-60967368A6B7}" srcOrd="0" destOrd="0" presId="urn:microsoft.com/office/officeart/2005/8/layout/lProcess1"/>
    <dgm:cxn modelId="{037402F4-1AA9-44BC-9920-BDFEA0515176}" type="presParOf" srcId="{36F5A27F-1B09-49C0-813A-60967368A6B7}" destId="{BD4A0557-0C20-4963-B5F5-2F9119BB5ABB}" srcOrd="0" destOrd="0" presId="urn:microsoft.com/office/officeart/2005/8/layout/lProcess1"/>
    <dgm:cxn modelId="{B0EB033F-B024-4DFB-BDE3-A5B513DB119F}" type="presParOf" srcId="{36F5A27F-1B09-49C0-813A-60967368A6B7}" destId="{D59C36BD-E805-45CF-9008-14548A11B287}" srcOrd="1" destOrd="0" presId="urn:microsoft.com/office/officeart/2005/8/layout/lProcess1"/>
    <dgm:cxn modelId="{ED0C6676-813A-42A4-A123-A50F35DCF2B0}" type="presParOf" srcId="{36F5A27F-1B09-49C0-813A-60967368A6B7}" destId="{1DE085B1-A007-4356-9C0C-98E37DC6C5EC}" srcOrd="2" destOrd="0" presId="urn:microsoft.com/office/officeart/2005/8/layout/lProcess1"/>
    <dgm:cxn modelId="{AB7559F2-BCB7-4D7D-94B5-084DCAB6785A}" type="presParOf" srcId="{36F5A27F-1B09-49C0-813A-60967368A6B7}" destId="{9253E153-7242-428E-BAC9-89E6B3E9CFA9}" srcOrd="3" destOrd="0" presId="urn:microsoft.com/office/officeart/2005/8/layout/lProcess1"/>
    <dgm:cxn modelId="{14F3263E-610C-4C2C-AC14-1C8DB6CCD906}" type="presParOf" srcId="{36F5A27F-1B09-49C0-813A-60967368A6B7}" destId="{1C416E15-DA92-4D51-AAE8-586622E161DC}" srcOrd="4" destOrd="0" presId="urn:microsoft.com/office/officeart/2005/8/layout/lProcess1"/>
    <dgm:cxn modelId="{09A7E158-3607-4841-B6B6-6F31BBB4230F}" type="presParOf" srcId="{36F5A27F-1B09-49C0-813A-60967368A6B7}" destId="{83F32F3B-CAD3-4B24-B28C-0DC84EC0928E}" srcOrd="5" destOrd="0" presId="urn:microsoft.com/office/officeart/2005/8/layout/lProcess1"/>
    <dgm:cxn modelId="{7F99E424-03D9-4A63-B444-9CA972E5FFA1}" type="presParOf" srcId="{36F5A27F-1B09-49C0-813A-60967368A6B7}" destId="{E2E8C63E-A690-45D8-AEE5-490A8FC85D73}" srcOrd="6" destOrd="0" presId="urn:microsoft.com/office/officeart/2005/8/layout/lProcess1"/>
    <dgm:cxn modelId="{4375DF49-74AD-45A9-9A7F-EBDE231564E8}" type="presParOf" srcId="{FAFABBB1-6830-4FF5-8A64-C9F4CD7CFEA1}" destId="{48EC1D38-4549-4D2A-84C6-49BBC13D925D}" srcOrd="1" destOrd="0" presId="urn:microsoft.com/office/officeart/2005/8/layout/lProcess1"/>
    <dgm:cxn modelId="{0FE91F02-A191-43A5-98A3-200CC44EA67C}" type="presParOf" srcId="{FAFABBB1-6830-4FF5-8A64-C9F4CD7CFEA1}" destId="{BA0F3E2B-E4C5-4203-BFE5-DDC0BFB124A3}" srcOrd="2" destOrd="0" presId="urn:microsoft.com/office/officeart/2005/8/layout/lProcess1"/>
    <dgm:cxn modelId="{1A7B0BAF-6B82-478D-A6FE-7E3AC9F2DF7A}" type="presParOf" srcId="{BA0F3E2B-E4C5-4203-BFE5-DDC0BFB124A3}" destId="{6D5A55C4-6909-4827-94D2-C704E2589406}" srcOrd="0" destOrd="0" presId="urn:microsoft.com/office/officeart/2005/8/layout/lProcess1"/>
    <dgm:cxn modelId="{B390C262-1EF2-47D9-8668-00ABEA0FEFFF}" type="presParOf" srcId="{BA0F3E2B-E4C5-4203-BFE5-DDC0BFB124A3}" destId="{FFDE8BB4-FF46-4024-AF50-4457F3C35C83}" srcOrd="1" destOrd="0" presId="urn:microsoft.com/office/officeart/2005/8/layout/lProcess1"/>
    <dgm:cxn modelId="{C70A0369-B348-4A56-B52A-CA8D402E9556}" type="presParOf" srcId="{BA0F3E2B-E4C5-4203-BFE5-DDC0BFB124A3}" destId="{D77538E6-90C8-47AA-9DE6-002165D66F59}" srcOrd="2" destOrd="0" presId="urn:microsoft.com/office/officeart/2005/8/layout/lProcess1"/>
    <dgm:cxn modelId="{7B9E4C20-35BE-4A8F-882E-2FC76D6B460C}" type="presParOf" srcId="{BA0F3E2B-E4C5-4203-BFE5-DDC0BFB124A3}" destId="{214EFFA6-4722-4B92-AB29-950B0C641CB0}" srcOrd="3" destOrd="0" presId="urn:microsoft.com/office/officeart/2005/8/layout/lProcess1"/>
    <dgm:cxn modelId="{80271E1D-DEF8-46E9-9C11-5423BE1981CD}" type="presParOf" srcId="{BA0F3E2B-E4C5-4203-BFE5-DDC0BFB124A3}" destId="{8480F1E1-80BC-4EDA-A02B-CE94B594ED40}" srcOrd="4" destOrd="0" presId="urn:microsoft.com/office/officeart/2005/8/layout/lProcess1"/>
    <dgm:cxn modelId="{8EBF20DF-8CE9-4B9F-BDE7-52184CEBD175}" type="presParOf" srcId="{BA0F3E2B-E4C5-4203-BFE5-DDC0BFB124A3}" destId="{4B4C8333-E82F-491E-BC5F-6ACE940F0B6B}" srcOrd="5" destOrd="0" presId="urn:microsoft.com/office/officeart/2005/8/layout/lProcess1"/>
    <dgm:cxn modelId="{4D0D9F6E-287C-471B-AA30-7CD0FB531F93}" type="presParOf" srcId="{BA0F3E2B-E4C5-4203-BFE5-DDC0BFB124A3}" destId="{33037EBD-15D7-4285-8125-168803D4F9FF}" srcOrd="6" destOrd="0" presId="urn:microsoft.com/office/officeart/2005/8/layout/lProcess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BFE7DDC-B95C-45B0-9351-DEF6E5F23692}" type="doc">
      <dgm:prSet loTypeId="urn:microsoft.com/office/officeart/2005/8/layout/radial5" loCatId="cycle" qsTypeId="urn:microsoft.com/office/officeart/2005/8/quickstyle/simple3" qsCatId="simple" csTypeId="urn:microsoft.com/office/officeart/2005/8/colors/colorful5" csCatId="colorful" phldr="1"/>
      <dgm:spPr/>
      <dgm:t>
        <a:bodyPr/>
        <a:lstStyle/>
        <a:p>
          <a:endParaRPr lang="en-MY"/>
        </a:p>
      </dgm:t>
    </dgm:pt>
    <dgm:pt modelId="{D752D917-AAF1-4741-962E-9C8FC1701762}">
      <dgm:prSet phldrT="[Text]" phldr="0" custT="1"/>
      <dgm:spPr/>
      <dgm:t>
        <a:bodyPr/>
        <a:lstStyle/>
        <a:p>
          <a:r>
            <a:rPr lang="en-US" sz="1800" dirty="0"/>
            <a:t>Objective</a:t>
          </a:r>
          <a:endParaRPr lang="en-MY" sz="1800" dirty="0"/>
        </a:p>
      </dgm:t>
    </dgm:pt>
    <dgm:pt modelId="{B6D7CA13-1F28-43D8-B8AF-7E35BF9DE708}" type="parTrans" cxnId="{06747C01-4572-4732-8103-7E886B62E9AA}">
      <dgm:prSet/>
      <dgm:spPr/>
      <dgm:t>
        <a:bodyPr/>
        <a:lstStyle/>
        <a:p>
          <a:endParaRPr lang="en-MY" sz="1800"/>
        </a:p>
      </dgm:t>
    </dgm:pt>
    <dgm:pt modelId="{D93E457B-84D6-49EF-BFDB-434EBE70DEFF}" type="sibTrans" cxnId="{06747C01-4572-4732-8103-7E886B62E9AA}">
      <dgm:prSet/>
      <dgm:spPr/>
      <dgm:t>
        <a:bodyPr/>
        <a:lstStyle/>
        <a:p>
          <a:endParaRPr lang="en-MY" sz="1800"/>
        </a:p>
      </dgm:t>
    </dgm:pt>
    <dgm:pt modelId="{9577F1FF-4E1A-445E-A6B1-E412BBE2C710}">
      <dgm:prSet phldrT="[Text]" custT="1"/>
      <dgm:spPr/>
      <dgm:t>
        <a:bodyPr/>
        <a:lstStyle/>
        <a:p>
          <a:pPr>
            <a:buNone/>
          </a:pPr>
          <a:r>
            <a:rPr lang="en-MY" sz="1800" dirty="0"/>
            <a:t>Campaign performance</a:t>
          </a:r>
        </a:p>
      </dgm:t>
    </dgm:pt>
    <dgm:pt modelId="{1932DCF5-C988-4CB4-9B5C-E0AF89840859}" type="parTrans" cxnId="{74ACC124-0C6E-4B23-9C0E-A222236447D8}">
      <dgm:prSet custT="1"/>
      <dgm:spPr/>
      <dgm:t>
        <a:bodyPr/>
        <a:lstStyle/>
        <a:p>
          <a:endParaRPr lang="en-MY" sz="1800"/>
        </a:p>
      </dgm:t>
    </dgm:pt>
    <dgm:pt modelId="{1F25E99C-A63D-4A18-A5D4-73DD6CE45987}" type="sibTrans" cxnId="{74ACC124-0C6E-4B23-9C0E-A222236447D8}">
      <dgm:prSet/>
      <dgm:spPr/>
      <dgm:t>
        <a:bodyPr/>
        <a:lstStyle/>
        <a:p>
          <a:endParaRPr lang="en-MY" sz="1800"/>
        </a:p>
      </dgm:t>
    </dgm:pt>
    <dgm:pt modelId="{A36D514C-B9D2-4831-8E93-A72A1D2ACD88}">
      <dgm:prSet phldrT="[Text]" custT="1"/>
      <dgm:spPr/>
      <dgm:t>
        <a:bodyPr/>
        <a:lstStyle/>
        <a:p>
          <a:pPr>
            <a:buFont typeface="Calibri" panose="020F0502020204030204" pitchFamily="34" charset="0"/>
            <a:buChar char="-"/>
          </a:pPr>
          <a:r>
            <a:rPr lang="en-MY" sz="1800" dirty="0"/>
            <a:t>Customer engagement</a:t>
          </a:r>
        </a:p>
      </dgm:t>
    </dgm:pt>
    <dgm:pt modelId="{EA5D7EB4-35EC-4FEA-8E42-A7848DB88E3E}" type="parTrans" cxnId="{4C5051C3-942D-4D50-AD59-76B50193766C}">
      <dgm:prSet custT="1"/>
      <dgm:spPr/>
      <dgm:t>
        <a:bodyPr/>
        <a:lstStyle/>
        <a:p>
          <a:endParaRPr lang="en-MY" sz="1800"/>
        </a:p>
      </dgm:t>
    </dgm:pt>
    <dgm:pt modelId="{8EDC1ED5-C324-4543-9164-AEFB18879DE1}" type="sibTrans" cxnId="{4C5051C3-942D-4D50-AD59-76B50193766C}">
      <dgm:prSet/>
      <dgm:spPr/>
      <dgm:t>
        <a:bodyPr/>
        <a:lstStyle/>
        <a:p>
          <a:endParaRPr lang="en-MY" sz="1800"/>
        </a:p>
      </dgm:t>
    </dgm:pt>
    <dgm:pt modelId="{86C76F4C-16E5-405F-8F9E-8E44F6B9784D}">
      <dgm:prSet phldrT="[Text]" custT="1"/>
      <dgm:spPr/>
      <dgm:t>
        <a:bodyPr/>
        <a:lstStyle/>
        <a:p>
          <a:pPr>
            <a:buNone/>
          </a:pPr>
          <a:r>
            <a:rPr lang="en-MY" sz="1800" u="none" dirty="0"/>
            <a:t>Conversions</a:t>
          </a:r>
          <a:endParaRPr lang="en-MY" sz="1800" dirty="0"/>
        </a:p>
      </dgm:t>
    </dgm:pt>
    <dgm:pt modelId="{B295F052-5366-47A1-B43C-E278B9F8F7F8}" type="parTrans" cxnId="{58446D75-E37E-4933-AC7F-8DE546A79177}">
      <dgm:prSet custT="1"/>
      <dgm:spPr/>
      <dgm:t>
        <a:bodyPr/>
        <a:lstStyle/>
        <a:p>
          <a:endParaRPr lang="en-MY" sz="1800"/>
        </a:p>
      </dgm:t>
    </dgm:pt>
    <dgm:pt modelId="{1695C4F4-E2F1-4D77-B905-EFEB45002672}" type="sibTrans" cxnId="{58446D75-E37E-4933-AC7F-8DE546A79177}">
      <dgm:prSet/>
      <dgm:spPr/>
      <dgm:t>
        <a:bodyPr/>
        <a:lstStyle/>
        <a:p>
          <a:endParaRPr lang="en-MY" sz="1800"/>
        </a:p>
      </dgm:t>
    </dgm:pt>
    <dgm:pt modelId="{5A5EEEA8-2768-4721-A0BB-6EC0B652372B}">
      <dgm:prSet phldrT="[Text]" custT="1"/>
      <dgm:spPr/>
      <dgm:t>
        <a:bodyPr/>
        <a:lstStyle/>
        <a:p>
          <a:pPr>
            <a:buNone/>
          </a:pPr>
          <a:r>
            <a:rPr lang="en-MY" sz="1800" dirty="0"/>
            <a:t>Marketing strategies</a:t>
          </a:r>
        </a:p>
      </dgm:t>
    </dgm:pt>
    <dgm:pt modelId="{854487BB-9830-4D17-B52A-4CBD11A85317}" type="parTrans" cxnId="{F312354C-EF45-4CC5-AF44-F7C40B1884DF}">
      <dgm:prSet custT="1"/>
      <dgm:spPr/>
      <dgm:t>
        <a:bodyPr/>
        <a:lstStyle/>
        <a:p>
          <a:endParaRPr lang="en-MY" sz="1800"/>
        </a:p>
      </dgm:t>
    </dgm:pt>
    <dgm:pt modelId="{4AE8CF1A-0C07-4C66-A7AB-A70A43228CE9}" type="sibTrans" cxnId="{F312354C-EF45-4CC5-AF44-F7C40B1884DF}">
      <dgm:prSet/>
      <dgm:spPr/>
      <dgm:t>
        <a:bodyPr/>
        <a:lstStyle/>
        <a:p>
          <a:endParaRPr lang="en-MY" sz="1800"/>
        </a:p>
      </dgm:t>
    </dgm:pt>
    <dgm:pt modelId="{FA36DCB1-C04D-4BE6-B17B-8C296F9EE4AA}">
      <dgm:prSet phldrT="[Text]" custT="1"/>
      <dgm:spPr/>
      <dgm:t>
        <a:bodyPr/>
        <a:lstStyle/>
        <a:p>
          <a:pPr>
            <a:buNone/>
          </a:pPr>
          <a:r>
            <a:rPr lang="en-US" sz="1800" dirty="0"/>
            <a:t>Budget allocation </a:t>
          </a:r>
          <a:endParaRPr lang="en-MY" sz="1800" dirty="0"/>
        </a:p>
      </dgm:t>
    </dgm:pt>
    <dgm:pt modelId="{8EA88CDC-6E75-4985-9139-82390C2417B0}" type="parTrans" cxnId="{4C6B7422-DB17-409A-80E8-52A0A2AF6552}">
      <dgm:prSet custT="1"/>
      <dgm:spPr/>
      <dgm:t>
        <a:bodyPr/>
        <a:lstStyle/>
        <a:p>
          <a:endParaRPr lang="en-MY" sz="1800"/>
        </a:p>
      </dgm:t>
    </dgm:pt>
    <dgm:pt modelId="{2A65AC11-DFF1-4852-965C-15738FE3875E}" type="sibTrans" cxnId="{4C6B7422-DB17-409A-80E8-52A0A2AF6552}">
      <dgm:prSet/>
      <dgm:spPr/>
      <dgm:t>
        <a:bodyPr/>
        <a:lstStyle/>
        <a:p>
          <a:endParaRPr lang="en-MY" sz="1800"/>
        </a:p>
      </dgm:t>
    </dgm:pt>
    <dgm:pt modelId="{4FF3E2F8-81B1-408C-86B2-2814417D7293}" type="pres">
      <dgm:prSet presAssocID="{5BFE7DDC-B95C-45B0-9351-DEF6E5F23692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465C3CD1-A552-4245-995C-B20ACE1B74D3}" type="pres">
      <dgm:prSet presAssocID="{D752D917-AAF1-4741-962E-9C8FC1701762}" presName="centerShape" presStyleLbl="node0" presStyleIdx="0" presStyleCnt="1" custScaleX="122017" custScaleY="115453"/>
      <dgm:spPr/>
    </dgm:pt>
    <dgm:pt modelId="{CF43F50D-B138-420E-89F5-F10C08E63E71}" type="pres">
      <dgm:prSet presAssocID="{1932DCF5-C988-4CB4-9B5C-E0AF89840859}" presName="parTrans" presStyleLbl="sibTrans2D1" presStyleIdx="0" presStyleCnt="5"/>
      <dgm:spPr/>
    </dgm:pt>
    <dgm:pt modelId="{AF8E988D-9CDD-4245-BD1A-F739B5D77825}" type="pres">
      <dgm:prSet presAssocID="{1932DCF5-C988-4CB4-9B5C-E0AF89840859}" presName="connectorText" presStyleLbl="sibTrans2D1" presStyleIdx="0" presStyleCnt="5"/>
      <dgm:spPr/>
    </dgm:pt>
    <dgm:pt modelId="{7CBCC82F-51D7-424C-BE74-F46854E4C9E7}" type="pres">
      <dgm:prSet presAssocID="{9577F1FF-4E1A-445E-A6B1-E412BBE2C710}" presName="node" presStyleLbl="node1" presStyleIdx="0" presStyleCnt="5" custScaleX="135478" custScaleY="132631">
        <dgm:presLayoutVars>
          <dgm:bulletEnabled val="1"/>
        </dgm:presLayoutVars>
      </dgm:prSet>
      <dgm:spPr/>
    </dgm:pt>
    <dgm:pt modelId="{7ECABA41-8459-4F48-86FE-E6CE5D1A77CA}" type="pres">
      <dgm:prSet presAssocID="{EA5D7EB4-35EC-4FEA-8E42-A7848DB88E3E}" presName="parTrans" presStyleLbl="sibTrans2D1" presStyleIdx="1" presStyleCnt="5"/>
      <dgm:spPr/>
    </dgm:pt>
    <dgm:pt modelId="{3C3221E4-9AD6-4370-92A8-C7A4D6938BD9}" type="pres">
      <dgm:prSet presAssocID="{EA5D7EB4-35EC-4FEA-8E42-A7848DB88E3E}" presName="connectorText" presStyleLbl="sibTrans2D1" presStyleIdx="1" presStyleCnt="5"/>
      <dgm:spPr/>
    </dgm:pt>
    <dgm:pt modelId="{019D7EE4-EF58-4F29-B836-6C0F481681FD}" type="pres">
      <dgm:prSet presAssocID="{A36D514C-B9D2-4831-8E93-A72A1D2ACD88}" presName="node" presStyleLbl="node1" presStyleIdx="1" presStyleCnt="5" custScaleX="135478" custScaleY="132631">
        <dgm:presLayoutVars>
          <dgm:bulletEnabled val="1"/>
        </dgm:presLayoutVars>
      </dgm:prSet>
      <dgm:spPr/>
    </dgm:pt>
    <dgm:pt modelId="{85747071-ECC6-453A-BF2D-2CD1A5A106CA}" type="pres">
      <dgm:prSet presAssocID="{B295F052-5366-47A1-B43C-E278B9F8F7F8}" presName="parTrans" presStyleLbl="sibTrans2D1" presStyleIdx="2" presStyleCnt="5"/>
      <dgm:spPr/>
    </dgm:pt>
    <dgm:pt modelId="{3EDDB337-137B-435D-BD83-E4B6DAE271F6}" type="pres">
      <dgm:prSet presAssocID="{B295F052-5366-47A1-B43C-E278B9F8F7F8}" presName="connectorText" presStyleLbl="sibTrans2D1" presStyleIdx="2" presStyleCnt="5"/>
      <dgm:spPr/>
    </dgm:pt>
    <dgm:pt modelId="{9ADBC00B-21AB-4A64-926B-A1A9FD2E85AC}" type="pres">
      <dgm:prSet presAssocID="{86C76F4C-16E5-405F-8F9E-8E44F6B9784D}" presName="node" presStyleLbl="node1" presStyleIdx="2" presStyleCnt="5" custScaleX="135478" custScaleY="132631">
        <dgm:presLayoutVars>
          <dgm:bulletEnabled val="1"/>
        </dgm:presLayoutVars>
      </dgm:prSet>
      <dgm:spPr/>
    </dgm:pt>
    <dgm:pt modelId="{796DB60B-DED7-4FFD-8B8E-2B0077F32A0C}" type="pres">
      <dgm:prSet presAssocID="{854487BB-9830-4D17-B52A-4CBD11A85317}" presName="parTrans" presStyleLbl="sibTrans2D1" presStyleIdx="3" presStyleCnt="5"/>
      <dgm:spPr/>
    </dgm:pt>
    <dgm:pt modelId="{C6D5C391-A896-473C-8B48-A01B96DF2062}" type="pres">
      <dgm:prSet presAssocID="{854487BB-9830-4D17-B52A-4CBD11A85317}" presName="connectorText" presStyleLbl="sibTrans2D1" presStyleIdx="3" presStyleCnt="5"/>
      <dgm:spPr/>
    </dgm:pt>
    <dgm:pt modelId="{341702C8-8866-4BDD-BB99-FF3B569ED49B}" type="pres">
      <dgm:prSet presAssocID="{5A5EEEA8-2768-4721-A0BB-6EC0B652372B}" presName="node" presStyleLbl="node1" presStyleIdx="3" presStyleCnt="5" custScaleX="135478" custScaleY="132631">
        <dgm:presLayoutVars>
          <dgm:bulletEnabled val="1"/>
        </dgm:presLayoutVars>
      </dgm:prSet>
      <dgm:spPr/>
    </dgm:pt>
    <dgm:pt modelId="{67AA5855-57D4-476C-9C9B-55D9472DDB55}" type="pres">
      <dgm:prSet presAssocID="{8EA88CDC-6E75-4985-9139-82390C2417B0}" presName="parTrans" presStyleLbl="sibTrans2D1" presStyleIdx="4" presStyleCnt="5"/>
      <dgm:spPr/>
    </dgm:pt>
    <dgm:pt modelId="{DFCCE07C-72E4-4CFA-9275-5F97C9B7E480}" type="pres">
      <dgm:prSet presAssocID="{8EA88CDC-6E75-4985-9139-82390C2417B0}" presName="connectorText" presStyleLbl="sibTrans2D1" presStyleIdx="4" presStyleCnt="5"/>
      <dgm:spPr/>
    </dgm:pt>
    <dgm:pt modelId="{BF60348B-B673-46B3-9E99-58AF08AA3AA7}" type="pres">
      <dgm:prSet presAssocID="{FA36DCB1-C04D-4BE6-B17B-8C296F9EE4AA}" presName="node" presStyleLbl="node1" presStyleIdx="4" presStyleCnt="5" custScaleX="135478" custScaleY="132631">
        <dgm:presLayoutVars>
          <dgm:bulletEnabled val="1"/>
        </dgm:presLayoutVars>
      </dgm:prSet>
      <dgm:spPr/>
    </dgm:pt>
  </dgm:ptLst>
  <dgm:cxnLst>
    <dgm:cxn modelId="{06747C01-4572-4732-8103-7E886B62E9AA}" srcId="{5BFE7DDC-B95C-45B0-9351-DEF6E5F23692}" destId="{D752D917-AAF1-4741-962E-9C8FC1701762}" srcOrd="0" destOrd="0" parTransId="{B6D7CA13-1F28-43D8-B8AF-7E35BF9DE708}" sibTransId="{D93E457B-84D6-49EF-BFDB-434EBE70DEFF}"/>
    <dgm:cxn modelId="{89BC6203-57E0-423D-AA56-62E3C1DEEFC4}" type="presOf" srcId="{1932DCF5-C988-4CB4-9B5C-E0AF89840859}" destId="{CF43F50D-B138-420E-89F5-F10C08E63E71}" srcOrd="0" destOrd="0" presId="urn:microsoft.com/office/officeart/2005/8/layout/radial5"/>
    <dgm:cxn modelId="{922AF50F-081E-41DA-99D7-98805A619DBE}" type="presOf" srcId="{5A5EEEA8-2768-4721-A0BB-6EC0B652372B}" destId="{341702C8-8866-4BDD-BB99-FF3B569ED49B}" srcOrd="0" destOrd="0" presId="urn:microsoft.com/office/officeart/2005/8/layout/radial5"/>
    <dgm:cxn modelId="{4C6B7422-DB17-409A-80E8-52A0A2AF6552}" srcId="{D752D917-AAF1-4741-962E-9C8FC1701762}" destId="{FA36DCB1-C04D-4BE6-B17B-8C296F9EE4AA}" srcOrd="4" destOrd="0" parTransId="{8EA88CDC-6E75-4985-9139-82390C2417B0}" sibTransId="{2A65AC11-DFF1-4852-965C-15738FE3875E}"/>
    <dgm:cxn modelId="{D8D6B823-62B5-4E84-91E1-6219D43C045E}" type="presOf" srcId="{9577F1FF-4E1A-445E-A6B1-E412BBE2C710}" destId="{7CBCC82F-51D7-424C-BE74-F46854E4C9E7}" srcOrd="0" destOrd="0" presId="urn:microsoft.com/office/officeart/2005/8/layout/radial5"/>
    <dgm:cxn modelId="{74ACC124-0C6E-4B23-9C0E-A222236447D8}" srcId="{D752D917-AAF1-4741-962E-9C8FC1701762}" destId="{9577F1FF-4E1A-445E-A6B1-E412BBE2C710}" srcOrd="0" destOrd="0" parTransId="{1932DCF5-C988-4CB4-9B5C-E0AF89840859}" sibTransId="{1F25E99C-A63D-4A18-A5D4-73DD6CE45987}"/>
    <dgm:cxn modelId="{93A53825-8B6F-4370-AD43-936B01B198E1}" type="presOf" srcId="{854487BB-9830-4D17-B52A-4CBD11A85317}" destId="{796DB60B-DED7-4FFD-8B8E-2B0077F32A0C}" srcOrd="0" destOrd="0" presId="urn:microsoft.com/office/officeart/2005/8/layout/radial5"/>
    <dgm:cxn modelId="{9CADC926-A51B-4D6C-AB04-68DA24D842EB}" type="presOf" srcId="{EA5D7EB4-35EC-4FEA-8E42-A7848DB88E3E}" destId="{7ECABA41-8459-4F48-86FE-E6CE5D1A77CA}" srcOrd="0" destOrd="0" presId="urn:microsoft.com/office/officeart/2005/8/layout/radial5"/>
    <dgm:cxn modelId="{0FC2AE2E-4903-46B2-AA60-F31380303633}" type="presOf" srcId="{8EA88CDC-6E75-4985-9139-82390C2417B0}" destId="{DFCCE07C-72E4-4CFA-9275-5F97C9B7E480}" srcOrd="1" destOrd="0" presId="urn:microsoft.com/office/officeart/2005/8/layout/radial5"/>
    <dgm:cxn modelId="{42504240-444F-489D-9DB2-6904F3EC85B3}" type="presOf" srcId="{FA36DCB1-C04D-4BE6-B17B-8C296F9EE4AA}" destId="{BF60348B-B673-46B3-9E99-58AF08AA3AA7}" srcOrd="0" destOrd="0" presId="urn:microsoft.com/office/officeart/2005/8/layout/radial5"/>
    <dgm:cxn modelId="{E38A3061-5652-4BBE-AD4F-00DF16439A5E}" type="presOf" srcId="{EA5D7EB4-35EC-4FEA-8E42-A7848DB88E3E}" destId="{3C3221E4-9AD6-4370-92A8-C7A4D6938BD9}" srcOrd="1" destOrd="0" presId="urn:microsoft.com/office/officeart/2005/8/layout/radial5"/>
    <dgm:cxn modelId="{3BC01742-D268-4C6D-8195-CB7EE8A1519B}" type="presOf" srcId="{5BFE7DDC-B95C-45B0-9351-DEF6E5F23692}" destId="{4FF3E2F8-81B1-408C-86B2-2814417D7293}" srcOrd="0" destOrd="0" presId="urn:microsoft.com/office/officeart/2005/8/layout/radial5"/>
    <dgm:cxn modelId="{F312354C-EF45-4CC5-AF44-F7C40B1884DF}" srcId="{D752D917-AAF1-4741-962E-9C8FC1701762}" destId="{5A5EEEA8-2768-4721-A0BB-6EC0B652372B}" srcOrd="3" destOrd="0" parTransId="{854487BB-9830-4D17-B52A-4CBD11A85317}" sibTransId="{4AE8CF1A-0C07-4C66-A7AB-A70A43228CE9}"/>
    <dgm:cxn modelId="{2608BA6C-A817-4681-805F-7D17D62B0BE3}" type="presOf" srcId="{A36D514C-B9D2-4831-8E93-A72A1D2ACD88}" destId="{019D7EE4-EF58-4F29-B836-6C0F481681FD}" srcOrd="0" destOrd="0" presId="urn:microsoft.com/office/officeart/2005/8/layout/radial5"/>
    <dgm:cxn modelId="{C254D04C-4E70-406A-9EFE-97AC37ED0036}" type="presOf" srcId="{8EA88CDC-6E75-4985-9139-82390C2417B0}" destId="{67AA5855-57D4-476C-9C9B-55D9472DDB55}" srcOrd="0" destOrd="0" presId="urn:microsoft.com/office/officeart/2005/8/layout/radial5"/>
    <dgm:cxn modelId="{79CF264E-4BF6-4040-968C-D5339799341F}" type="presOf" srcId="{854487BB-9830-4D17-B52A-4CBD11A85317}" destId="{C6D5C391-A896-473C-8B48-A01B96DF2062}" srcOrd="1" destOrd="0" presId="urn:microsoft.com/office/officeart/2005/8/layout/radial5"/>
    <dgm:cxn modelId="{EAFF1D71-0176-423D-ACAB-1DE826D58C78}" type="presOf" srcId="{B295F052-5366-47A1-B43C-E278B9F8F7F8}" destId="{85747071-ECC6-453A-BF2D-2CD1A5A106CA}" srcOrd="0" destOrd="0" presId="urn:microsoft.com/office/officeart/2005/8/layout/radial5"/>
    <dgm:cxn modelId="{58446D75-E37E-4933-AC7F-8DE546A79177}" srcId="{D752D917-AAF1-4741-962E-9C8FC1701762}" destId="{86C76F4C-16E5-405F-8F9E-8E44F6B9784D}" srcOrd="2" destOrd="0" parTransId="{B295F052-5366-47A1-B43C-E278B9F8F7F8}" sibTransId="{1695C4F4-E2F1-4D77-B905-EFEB45002672}"/>
    <dgm:cxn modelId="{DC09538C-917E-4C9F-9329-EF6CC04F4F07}" type="presOf" srcId="{86C76F4C-16E5-405F-8F9E-8E44F6B9784D}" destId="{9ADBC00B-21AB-4A64-926B-A1A9FD2E85AC}" srcOrd="0" destOrd="0" presId="urn:microsoft.com/office/officeart/2005/8/layout/radial5"/>
    <dgm:cxn modelId="{4B9CBA94-9AD5-4837-B48B-711FC064CFC1}" type="presOf" srcId="{D752D917-AAF1-4741-962E-9C8FC1701762}" destId="{465C3CD1-A552-4245-995C-B20ACE1B74D3}" srcOrd="0" destOrd="0" presId="urn:microsoft.com/office/officeart/2005/8/layout/radial5"/>
    <dgm:cxn modelId="{F6D886AF-51C2-42DB-A306-D202DE93E469}" type="presOf" srcId="{B295F052-5366-47A1-B43C-E278B9F8F7F8}" destId="{3EDDB337-137B-435D-BD83-E4B6DAE271F6}" srcOrd="1" destOrd="0" presId="urn:microsoft.com/office/officeart/2005/8/layout/radial5"/>
    <dgm:cxn modelId="{68743EBF-D8E7-4544-B67C-A8615698616B}" type="presOf" srcId="{1932DCF5-C988-4CB4-9B5C-E0AF89840859}" destId="{AF8E988D-9CDD-4245-BD1A-F739B5D77825}" srcOrd="1" destOrd="0" presId="urn:microsoft.com/office/officeart/2005/8/layout/radial5"/>
    <dgm:cxn modelId="{4C5051C3-942D-4D50-AD59-76B50193766C}" srcId="{D752D917-AAF1-4741-962E-9C8FC1701762}" destId="{A36D514C-B9D2-4831-8E93-A72A1D2ACD88}" srcOrd="1" destOrd="0" parTransId="{EA5D7EB4-35EC-4FEA-8E42-A7848DB88E3E}" sibTransId="{8EDC1ED5-C324-4543-9164-AEFB18879DE1}"/>
    <dgm:cxn modelId="{4C95AD1E-6870-49F4-8861-FA1FDDE498B8}" type="presParOf" srcId="{4FF3E2F8-81B1-408C-86B2-2814417D7293}" destId="{465C3CD1-A552-4245-995C-B20ACE1B74D3}" srcOrd="0" destOrd="0" presId="urn:microsoft.com/office/officeart/2005/8/layout/radial5"/>
    <dgm:cxn modelId="{8183E2D4-CA12-491F-A49D-68AC0EC08DBB}" type="presParOf" srcId="{4FF3E2F8-81B1-408C-86B2-2814417D7293}" destId="{CF43F50D-B138-420E-89F5-F10C08E63E71}" srcOrd="1" destOrd="0" presId="urn:microsoft.com/office/officeart/2005/8/layout/radial5"/>
    <dgm:cxn modelId="{2D3D5D21-E941-461B-B16F-B078C1E04124}" type="presParOf" srcId="{CF43F50D-B138-420E-89F5-F10C08E63E71}" destId="{AF8E988D-9CDD-4245-BD1A-F739B5D77825}" srcOrd="0" destOrd="0" presId="urn:microsoft.com/office/officeart/2005/8/layout/radial5"/>
    <dgm:cxn modelId="{BE20A8C9-5A24-46A3-AACB-93488D759870}" type="presParOf" srcId="{4FF3E2F8-81B1-408C-86B2-2814417D7293}" destId="{7CBCC82F-51D7-424C-BE74-F46854E4C9E7}" srcOrd="2" destOrd="0" presId="urn:microsoft.com/office/officeart/2005/8/layout/radial5"/>
    <dgm:cxn modelId="{C409A8AB-2273-4ED1-9532-D4D1D1DE70F2}" type="presParOf" srcId="{4FF3E2F8-81B1-408C-86B2-2814417D7293}" destId="{7ECABA41-8459-4F48-86FE-E6CE5D1A77CA}" srcOrd="3" destOrd="0" presId="urn:microsoft.com/office/officeart/2005/8/layout/radial5"/>
    <dgm:cxn modelId="{D39DDDC5-3F63-42E1-B7C0-BF9D6A91AB69}" type="presParOf" srcId="{7ECABA41-8459-4F48-86FE-E6CE5D1A77CA}" destId="{3C3221E4-9AD6-4370-92A8-C7A4D6938BD9}" srcOrd="0" destOrd="0" presId="urn:microsoft.com/office/officeart/2005/8/layout/radial5"/>
    <dgm:cxn modelId="{B0F09E04-AB3F-4E66-821B-87C6D563219B}" type="presParOf" srcId="{4FF3E2F8-81B1-408C-86B2-2814417D7293}" destId="{019D7EE4-EF58-4F29-B836-6C0F481681FD}" srcOrd="4" destOrd="0" presId="urn:microsoft.com/office/officeart/2005/8/layout/radial5"/>
    <dgm:cxn modelId="{64EC6EEA-F3FF-40AA-98C7-F7D9A8800079}" type="presParOf" srcId="{4FF3E2F8-81B1-408C-86B2-2814417D7293}" destId="{85747071-ECC6-453A-BF2D-2CD1A5A106CA}" srcOrd="5" destOrd="0" presId="urn:microsoft.com/office/officeart/2005/8/layout/radial5"/>
    <dgm:cxn modelId="{789A16D8-FD4A-4D5C-8AD1-DB9364492013}" type="presParOf" srcId="{85747071-ECC6-453A-BF2D-2CD1A5A106CA}" destId="{3EDDB337-137B-435D-BD83-E4B6DAE271F6}" srcOrd="0" destOrd="0" presId="urn:microsoft.com/office/officeart/2005/8/layout/radial5"/>
    <dgm:cxn modelId="{620B790D-2B6D-42AA-AA4C-B828C3A75797}" type="presParOf" srcId="{4FF3E2F8-81B1-408C-86B2-2814417D7293}" destId="{9ADBC00B-21AB-4A64-926B-A1A9FD2E85AC}" srcOrd="6" destOrd="0" presId="urn:microsoft.com/office/officeart/2005/8/layout/radial5"/>
    <dgm:cxn modelId="{D340A1BA-CF22-42DD-AA9A-B7745E127C25}" type="presParOf" srcId="{4FF3E2F8-81B1-408C-86B2-2814417D7293}" destId="{796DB60B-DED7-4FFD-8B8E-2B0077F32A0C}" srcOrd="7" destOrd="0" presId="urn:microsoft.com/office/officeart/2005/8/layout/radial5"/>
    <dgm:cxn modelId="{AABE38C2-F0AB-4971-8199-20793AD5E759}" type="presParOf" srcId="{796DB60B-DED7-4FFD-8B8E-2B0077F32A0C}" destId="{C6D5C391-A896-473C-8B48-A01B96DF2062}" srcOrd="0" destOrd="0" presId="urn:microsoft.com/office/officeart/2005/8/layout/radial5"/>
    <dgm:cxn modelId="{454CB64B-761F-46DD-9870-4F902DF3778D}" type="presParOf" srcId="{4FF3E2F8-81B1-408C-86B2-2814417D7293}" destId="{341702C8-8866-4BDD-BB99-FF3B569ED49B}" srcOrd="8" destOrd="0" presId="urn:microsoft.com/office/officeart/2005/8/layout/radial5"/>
    <dgm:cxn modelId="{66C75422-D669-4F79-A767-FD010ED5D764}" type="presParOf" srcId="{4FF3E2F8-81B1-408C-86B2-2814417D7293}" destId="{67AA5855-57D4-476C-9C9B-55D9472DDB55}" srcOrd="9" destOrd="0" presId="urn:microsoft.com/office/officeart/2005/8/layout/radial5"/>
    <dgm:cxn modelId="{6390F8C3-58A7-4E9C-AF25-5364F0E5D7A1}" type="presParOf" srcId="{67AA5855-57D4-476C-9C9B-55D9472DDB55}" destId="{DFCCE07C-72E4-4CFA-9275-5F97C9B7E480}" srcOrd="0" destOrd="0" presId="urn:microsoft.com/office/officeart/2005/8/layout/radial5"/>
    <dgm:cxn modelId="{D79861F8-4D90-4FE7-BBAF-4A6776DE72B4}" type="presParOf" srcId="{4FF3E2F8-81B1-408C-86B2-2814417D7293}" destId="{BF60348B-B673-46B3-9E99-58AF08AA3AA7}" srcOrd="10" destOrd="0" presId="urn:microsoft.com/office/officeart/2005/8/layout/radial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9979E0-198E-4FF6-B980-2E8A8D946D91}">
      <dsp:nvSpPr>
        <dsp:cNvPr id="0" name=""/>
        <dsp:cNvSpPr/>
      </dsp:nvSpPr>
      <dsp:spPr>
        <a:xfrm>
          <a:off x="4621" y="1569532"/>
          <a:ext cx="2020453" cy="1212272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Competitive market</a:t>
          </a:r>
          <a:endParaRPr lang="en-MY" sz="2700" kern="1200" dirty="0"/>
        </a:p>
      </dsp:txBody>
      <dsp:txXfrm>
        <a:off x="40127" y="1605038"/>
        <a:ext cx="1949441" cy="1141260"/>
      </dsp:txXfrm>
    </dsp:sp>
    <dsp:sp modelId="{70FFE182-73D8-42D6-955D-6A9FD5F14E27}">
      <dsp:nvSpPr>
        <dsp:cNvPr id="0" name=""/>
        <dsp:cNvSpPr/>
      </dsp:nvSpPr>
      <dsp:spPr>
        <a:xfrm>
          <a:off x="2227119" y="1925132"/>
          <a:ext cx="428336" cy="501072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MY" sz="2100" kern="1200"/>
        </a:p>
      </dsp:txBody>
      <dsp:txXfrm>
        <a:off x="2227119" y="2025346"/>
        <a:ext cx="299835" cy="300644"/>
      </dsp:txXfrm>
    </dsp:sp>
    <dsp:sp modelId="{2F6C6FD8-3C65-4D49-8D14-B9BECEA576BF}">
      <dsp:nvSpPr>
        <dsp:cNvPr id="0" name=""/>
        <dsp:cNvSpPr/>
      </dsp:nvSpPr>
      <dsp:spPr>
        <a:xfrm>
          <a:off x="2833255" y="1569532"/>
          <a:ext cx="2020453" cy="1212272"/>
        </a:xfrm>
        <a:prstGeom prst="roundRect">
          <a:avLst>
            <a:gd name="adj" fmla="val 10000"/>
          </a:avLst>
        </a:prstGeom>
        <a:solidFill>
          <a:schemeClr val="accent5">
            <a:hueOff val="-2252848"/>
            <a:satOff val="-5806"/>
            <a:lumOff val="-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Invest resource</a:t>
          </a:r>
          <a:endParaRPr lang="en-MY" sz="2700" kern="1200" dirty="0"/>
        </a:p>
      </dsp:txBody>
      <dsp:txXfrm>
        <a:off x="2868761" y="1605038"/>
        <a:ext cx="1949441" cy="1141260"/>
      </dsp:txXfrm>
    </dsp:sp>
    <dsp:sp modelId="{DE69A184-1675-4AAD-B9CC-4E8FFDE4D523}">
      <dsp:nvSpPr>
        <dsp:cNvPr id="0" name=""/>
        <dsp:cNvSpPr/>
      </dsp:nvSpPr>
      <dsp:spPr>
        <a:xfrm>
          <a:off x="5055754" y="1925132"/>
          <a:ext cx="428336" cy="501072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MY" sz="2100" kern="1200"/>
        </a:p>
      </dsp:txBody>
      <dsp:txXfrm>
        <a:off x="5055754" y="2025346"/>
        <a:ext cx="299835" cy="300644"/>
      </dsp:txXfrm>
    </dsp:sp>
    <dsp:sp modelId="{D2A1FF32-4851-4C18-951B-A07EA2FDA668}">
      <dsp:nvSpPr>
        <dsp:cNvPr id="0" name=""/>
        <dsp:cNvSpPr/>
      </dsp:nvSpPr>
      <dsp:spPr>
        <a:xfrm>
          <a:off x="5661890" y="1569532"/>
          <a:ext cx="2020453" cy="1212272"/>
        </a:xfrm>
        <a:prstGeom prst="roundRect">
          <a:avLst>
            <a:gd name="adj" fmla="val 10000"/>
          </a:avLst>
        </a:prstGeom>
        <a:solidFill>
          <a:schemeClr val="accent5">
            <a:hueOff val="-4505695"/>
            <a:satOff val="-11613"/>
            <a:lumOff val="-784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Marketing campaign</a:t>
          </a:r>
          <a:endParaRPr lang="en-MY" sz="2700" kern="1200" dirty="0"/>
        </a:p>
      </dsp:txBody>
      <dsp:txXfrm>
        <a:off x="5697396" y="1605038"/>
        <a:ext cx="1949441" cy="1141260"/>
      </dsp:txXfrm>
    </dsp:sp>
    <dsp:sp modelId="{51CBC487-C38E-45FD-A3BE-218FDD43D740}">
      <dsp:nvSpPr>
        <dsp:cNvPr id="0" name=""/>
        <dsp:cNvSpPr/>
      </dsp:nvSpPr>
      <dsp:spPr>
        <a:xfrm>
          <a:off x="7884389" y="1925132"/>
          <a:ext cx="428336" cy="501072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MY" sz="2100" kern="1200"/>
        </a:p>
      </dsp:txBody>
      <dsp:txXfrm>
        <a:off x="7884389" y="2025346"/>
        <a:ext cx="299835" cy="300644"/>
      </dsp:txXfrm>
    </dsp:sp>
    <dsp:sp modelId="{164B3934-A906-4BBE-AAAF-32BB3A6EA1DA}">
      <dsp:nvSpPr>
        <dsp:cNvPr id="0" name=""/>
        <dsp:cNvSpPr/>
      </dsp:nvSpPr>
      <dsp:spPr>
        <a:xfrm>
          <a:off x="8490525" y="1569532"/>
          <a:ext cx="2020453" cy="1212272"/>
        </a:xfrm>
        <a:prstGeom prst="roundRect">
          <a:avLst>
            <a:gd name="adj" fmla="val 10000"/>
          </a:avLst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Multiple channels</a:t>
          </a:r>
          <a:endParaRPr lang="en-MY" sz="2700" kern="1200" dirty="0"/>
        </a:p>
      </dsp:txBody>
      <dsp:txXfrm>
        <a:off x="8526031" y="1605038"/>
        <a:ext cx="1949441" cy="114126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067C60-6088-444C-8443-31691DCC26E4}">
      <dsp:nvSpPr>
        <dsp:cNvPr id="0" name=""/>
        <dsp:cNvSpPr/>
      </dsp:nvSpPr>
      <dsp:spPr>
        <a:xfrm>
          <a:off x="3939556" y="2036891"/>
          <a:ext cx="2636486" cy="1169662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8740" tIns="78740" rIns="78740" bIns="7874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Main Problem</a:t>
          </a:r>
          <a:endParaRPr lang="en-MY" sz="3100" kern="1200" dirty="0"/>
        </a:p>
      </dsp:txBody>
      <dsp:txXfrm>
        <a:off x="3996654" y="2093989"/>
        <a:ext cx="2522290" cy="1055466"/>
      </dsp:txXfrm>
    </dsp:sp>
    <dsp:sp modelId="{E381C51D-5B66-4E78-BB09-004E52FF45AF}">
      <dsp:nvSpPr>
        <dsp:cNvPr id="0" name=""/>
        <dsp:cNvSpPr/>
      </dsp:nvSpPr>
      <dsp:spPr>
        <a:xfrm rot="16155927">
          <a:off x="4839780" y="1631600"/>
          <a:ext cx="810648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10648" y="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D5CA80B-D2D3-4F69-BA8A-AB09544B4D85}">
      <dsp:nvSpPr>
        <dsp:cNvPr id="0" name=""/>
        <dsp:cNvSpPr/>
      </dsp:nvSpPr>
      <dsp:spPr>
        <a:xfrm>
          <a:off x="4268159" y="258918"/>
          <a:ext cx="1931096" cy="967390"/>
        </a:xfrm>
        <a:prstGeom prst="roundRect">
          <a:avLst/>
        </a:prstGeom>
        <a:gradFill rotWithShape="0">
          <a:gsLst>
            <a:gs pos="0">
              <a:schemeClr val="accent5">
                <a:hueOff val="-2252848"/>
                <a:satOff val="-5806"/>
                <a:lumOff val="-3922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-2252848"/>
                <a:satOff val="-5806"/>
                <a:lumOff val="-3922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-2252848"/>
                <a:satOff val="-5806"/>
                <a:lumOff val="-3922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400" kern="1200" dirty="0"/>
            <a:t>Campaign effectiveness</a:t>
          </a:r>
        </a:p>
      </dsp:txBody>
      <dsp:txXfrm>
        <a:off x="4315383" y="306142"/>
        <a:ext cx="1836648" cy="872942"/>
      </dsp:txXfrm>
    </dsp:sp>
    <dsp:sp modelId="{A9CDBDA2-6807-4CF2-97F7-089423ED46F7}">
      <dsp:nvSpPr>
        <dsp:cNvPr id="0" name=""/>
        <dsp:cNvSpPr/>
      </dsp:nvSpPr>
      <dsp:spPr>
        <a:xfrm rot="1404490">
          <a:off x="6534156" y="3394588"/>
          <a:ext cx="1017865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017865" y="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A2B1D4E-0A93-4F1D-A51A-E4388FE9045D}">
      <dsp:nvSpPr>
        <dsp:cNvPr id="0" name=""/>
        <dsp:cNvSpPr/>
      </dsp:nvSpPr>
      <dsp:spPr>
        <a:xfrm>
          <a:off x="7510135" y="3543098"/>
          <a:ext cx="1986643" cy="967390"/>
        </a:xfrm>
        <a:prstGeom prst="roundRect">
          <a:avLst/>
        </a:prstGeom>
        <a:gradFill rotWithShape="0">
          <a:gsLst>
            <a:gs pos="0">
              <a:schemeClr val="accent5">
                <a:hueOff val="-4505695"/>
                <a:satOff val="-11613"/>
                <a:lumOff val="-7843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-4505695"/>
                <a:satOff val="-11613"/>
                <a:lumOff val="-7843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-4505695"/>
                <a:satOff val="-11613"/>
                <a:lumOff val="-7843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8260" tIns="48260" rIns="48260" bIns="4826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900" kern="1200" dirty="0"/>
            <a:t>Campaign success or failure</a:t>
          </a:r>
        </a:p>
      </dsp:txBody>
      <dsp:txXfrm>
        <a:off x="7557359" y="3590322"/>
        <a:ext cx="1892195" cy="872942"/>
      </dsp:txXfrm>
    </dsp:sp>
    <dsp:sp modelId="{0E2CAB28-BEE2-4FCD-B942-3F3D8F1CE55C}">
      <dsp:nvSpPr>
        <dsp:cNvPr id="0" name=""/>
        <dsp:cNvSpPr/>
      </dsp:nvSpPr>
      <dsp:spPr>
        <a:xfrm rot="9271995">
          <a:off x="3066546" y="3424231"/>
          <a:ext cx="1012484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012484" y="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26E77CB-9B35-4705-BB77-DBD44CB68EA7}">
      <dsp:nvSpPr>
        <dsp:cNvPr id="0" name=""/>
        <dsp:cNvSpPr/>
      </dsp:nvSpPr>
      <dsp:spPr>
        <a:xfrm>
          <a:off x="1225463" y="3608347"/>
          <a:ext cx="1890272" cy="967390"/>
        </a:xfrm>
        <a:prstGeom prst="roundRect">
          <a:avLst/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True return on investment (ROI)</a:t>
          </a:r>
          <a:endParaRPr lang="en-MY" sz="1800" kern="1200" dirty="0"/>
        </a:p>
      </dsp:txBody>
      <dsp:txXfrm>
        <a:off x="1272687" y="3655571"/>
        <a:ext cx="1795824" cy="87294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4A0557-0C20-4963-B5F5-2F9119BB5ABB}">
      <dsp:nvSpPr>
        <dsp:cNvPr id="0" name=""/>
        <dsp:cNvSpPr/>
      </dsp:nvSpPr>
      <dsp:spPr>
        <a:xfrm>
          <a:off x="1078" y="880450"/>
          <a:ext cx="2545863" cy="63646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900" b="1" kern="1200" dirty="0"/>
            <a:t>Fragmented Marketing Data</a:t>
          </a:r>
          <a:endParaRPr lang="en-MY" sz="1900" kern="1200" dirty="0"/>
        </a:p>
      </dsp:txBody>
      <dsp:txXfrm>
        <a:off x="19719" y="899091"/>
        <a:ext cx="2508581" cy="599183"/>
      </dsp:txXfrm>
    </dsp:sp>
    <dsp:sp modelId="{D59C36BD-E805-45CF-9008-14548A11B287}">
      <dsp:nvSpPr>
        <dsp:cNvPr id="0" name=""/>
        <dsp:cNvSpPr/>
      </dsp:nvSpPr>
      <dsp:spPr>
        <a:xfrm rot="5400000">
          <a:off x="1213402" y="1582440"/>
          <a:ext cx="121214" cy="111381"/>
        </a:xfrm>
        <a:prstGeom prst="rightArrow">
          <a:avLst>
            <a:gd name="adj1" fmla="val 667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DE085B1-A007-4356-9C0C-98E37DC6C5EC}">
      <dsp:nvSpPr>
        <dsp:cNvPr id="0" name=""/>
        <dsp:cNvSpPr/>
      </dsp:nvSpPr>
      <dsp:spPr>
        <a:xfrm>
          <a:off x="1078" y="1759345"/>
          <a:ext cx="2545863" cy="636465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800" kern="1200" dirty="0"/>
            <a:t>Multiple platforms </a:t>
          </a:r>
        </a:p>
      </dsp:txBody>
      <dsp:txXfrm>
        <a:off x="19719" y="1777986"/>
        <a:ext cx="2508581" cy="599183"/>
      </dsp:txXfrm>
    </dsp:sp>
    <dsp:sp modelId="{00457B61-B7B7-4C79-AD17-148FC1CA89D0}">
      <dsp:nvSpPr>
        <dsp:cNvPr id="0" name=""/>
        <dsp:cNvSpPr/>
      </dsp:nvSpPr>
      <dsp:spPr>
        <a:xfrm rot="5400000">
          <a:off x="1218319" y="2451501"/>
          <a:ext cx="111381" cy="111381"/>
        </a:xfrm>
        <a:prstGeom prst="rightArrow">
          <a:avLst>
            <a:gd name="adj1" fmla="val 66700"/>
            <a:gd name="adj2" fmla="val 50000"/>
          </a:avLst>
        </a:prstGeom>
        <a:solidFill>
          <a:schemeClr val="accent5">
            <a:hueOff val="-1351709"/>
            <a:satOff val="-3484"/>
            <a:lumOff val="-235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F9976D8-87B2-4DA4-B700-4E6B6DCE5947}">
      <dsp:nvSpPr>
        <dsp:cNvPr id="0" name=""/>
        <dsp:cNvSpPr/>
      </dsp:nvSpPr>
      <dsp:spPr>
        <a:xfrm>
          <a:off x="1078" y="2618574"/>
          <a:ext cx="2545863" cy="739579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alpha val="90000"/>
            <a:hueOff val="-1347952"/>
            <a:satOff val="-4566"/>
            <a:lumOff val="-586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1347952"/>
              <a:satOff val="-4566"/>
              <a:lumOff val="-58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800" kern="1200" dirty="0"/>
            <a:t>Ununified view of campaign performance</a:t>
          </a:r>
        </a:p>
      </dsp:txBody>
      <dsp:txXfrm>
        <a:off x="22740" y="2640236"/>
        <a:ext cx="2502539" cy="696255"/>
      </dsp:txXfrm>
    </dsp:sp>
    <dsp:sp modelId="{B7A58EBB-B395-43A2-8AC5-61CBF045810A}">
      <dsp:nvSpPr>
        <dsp:cNvPr id="0" name=""/>
        <dsp:cNvSpPr/>
      </dsp:nvSpPr>
      <dsp:spPr>
        <a:xfrm rot="5404080">
          <a:off x="1222639" y="3408959"/>
          <a:ext cx="101611" cy="111381"/>
        </a:xfrm>
        <a:prstGeom prst="rightArrow">
          <a:avLst>
            <a:gd name="adj1" fmla="val 66700"/>
            <a:gd name="adj2" fmla="val 50000"/>
          </a:avLst>
        </a:prstGeom>
        <a:solidFill>
          <a:schemeClr val="accent5">
            <a:hueOff val="-2703417"/>
            <a:satOff val="-6968"/>
            <a:lumOff val="-470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298A807-08FA-467A-AE59-1A19347040D3}">
      <dsp:nvSpPr>
        <dsp:cNvPr id="0" name=""/>
        <dsp:cNvSpPr/>
      </dsp:nvSpPr>
      <dsp:spPr>
        <a:xfrm>
          <a:off x="8" y="3571146"/>
          <a:ext cx="2545863" cy="636465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alpha val="90000"/>
            <a:hueOff val="-2695905"/>
            <a:satOff val="-9133"/>
            <a:lumOff val="-1171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2695905"/>
              <a:satOff val="-9133"/>
              <a:lumOff val="-117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800" kern="1200" dirty="0"/>
            <a:t>Challenge in track customer interactions </a:t>
          </a:r>
        </a:p>
      </dsp:txBody>
      <dsp:txXfrm>
        <a:off x="18649" y="3589787"/>
        <a:ext cx="2508581" cy="599183"/>
      </dsp:txXfrm>
    </dsp:sp>
    <dsp:sp modelId="{6D5A55C4-6909-4827-94D2-C704E2589406}">
      <dsp:nvSpPr>
        <dsp:cNvPr id="0" name=""/>
        <dsp:cNvSpPr/>
      </dsp:nvSpPr>
      <dsp:spPr>
        <a:xfrm>
          <a:off x="2903362" y="880450"/>
          <a:ext cx="2545863" cy="636465"/>
        </a:xfrm>
        <a:prstGeom prst="roundRect">
          <a:avLst>
            <a:gd name="adj" fmla="val 10000"/>
          </a:avLst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900" b="1" kern="1200" dirty="0"/>
            <a:t>Traditional reporting</a:t>
          </a:r>
          <a:endParaRPr lang="en-MY" sz="1900" kern="1200" dirty="0"/>
        </a:p>
      </dsp:txBody>
      <dsp:txXfrm>
        <a:off x="2922003" y="899091"/>
        <a:ext cx="2508581" cy="599183"/>
      </dsp:txXfrm>
    </dsp:sp>
    <dsp:sp modelId="{FFDE8BB4-FF46-4024-AF50-4457F3C35C83}">
      <dsp:nvSpPr>
        <dsp:cNvPr id="0" name=""/>
        <dsp:cNvSpPr/>
      </dsp:nvSpPr>
      <dsp:spPr>
        <a:xfrm rot="5400000">
          <a:off x="4115687" y="1582440"/>
          <a:ext cx="121214" cy="111381"/>
        </a:xfrm>
        <a:prstGeom prst="rightArrow">
          <a:avLst>
            <a:gd name="adj1" fmla="val 66700"/>
            <a:gd name="adj2" fmla="val 50000"/>
          </a:avLst>
        </a:prstGeom>
        <a:solidFill>
          <a:schemeClr val="accent5">
            <a:hueOff val="-4055126"/>
            <a:satOff val="-10451"/>
            <a:lumOff val="-7059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77538E6-90C8-47AA-9DE6-002165D66F59}">
      <dsp:nvSpPr>
        <dsp:cNvPr id="0" name=""/>
        <dsp:cNvSpPr/>
      </dsp:nvSpPr>
      <dsp:spPr>
        <a:xfrm>
          <a:off x="2903362" y="1759345"/>
          <a:ext cx="2545863" cy="636465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alpha val="90000"/>
            <a:hueOff val="-4043857"/>
            <a:satOff val="-13699"/>
            <a:lumOff val="-1757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4043857"/>
              <a:satOff val="-13699"/>
              <a:lumOff val="-175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Basic metrics</a:t>
          </a:r>
          <a:endParaRPr lang="en-MY" sz="1800" kern="1200" dirty="0"/>
        </a:p>
      </dsp:txBody>
      <dsp:txXfrm>
        <a:off x="2922003" y="1777986"/>
        <a:ext cx="2508581" cy="599183"/>
      </dsp:txXfrm>
    </dsp:sp>
    <dsp:sp modelId="{80ADEB21-D1E8-4F85-83D6-D4E55CC0CE7E}">
      <dsp:nvSpPr>
        <dsp:cNvPr id="0" name=""/>
        <dsp:cNvSpPr/>
      </dsp:nvSpPr>
      <dsp:spPr>
        <a:xfrm rot="5400000">
          <a:off x="4120604" y="2451501"/>
          <a:ext cx="111381" cy="111381"/>
        </a:xfrm>
        <a:prstGeom prst="rightArrow">
          <a:avLst>
            <a:gd name="adj1" fmla="val 66700"/>
            <a:gd name="adj2" fmla="val 50000"/>
          </a:avLst>
        </a:prstGeom>
        <a:solidFill>
          <a:schemeClr val="accent5">
            <a:hueOff val="-5406834"/>
            <a:satOff val="-13935"/>
            <a:lumOff val="-941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4337F59-882D-4C9C-B0FB-EFEBA0850728}">
      <dsp:nvSpPr>
        <dsp:cNvPr id="0" name=""/>
        <dsp:cNvSpPr/>
      </dsp:nvSpPr>
      <dsp:spPr>
        <a:xfrm>
          <a:off x="2903362" y="2618574"/>
          <a:ext cx="2545863" cy="774184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alpha val="90000"/>
            <a:hueOff val="-5391810"/>
            <a:satOff val="-18266"/>
            <a:lumOff val="-2342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5391810"/>
              <a:satOff val="-18266"/>
              <a:lumOff val="-234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-Customer behaviors                 </a:t>
          </a:r>
          <a:r>
            <a:rPr lang="en-MY" sz="1800" kern="1200" dirty="0"/>
            <a:t>-Engagement level                   -Purchasing decision</a:t>
          </a:r>
        </a:p>
      </dsp:txBody>
      <dsp:txXfrm>
        <a:off x="2926037" y="2641249"/>
        <a:ext cx="2500513" cy="728834"/>
      </dsp:txXfrm>
    </dsp:sp>
    <dsp:sp modelId="{2874633F-1BB9-4DC1-A76F-6B3720106A7E}">
      <dsp:nvSpPr>
        <dsp:cNvPr id="0" name=""/>
        <dsp:cNvSpPr/>
      </dsp:nvSpPr>
      <dsp:spPr>
        <a:xfrm rot="5400000">
          <a:off x="4135353" y="3433700"/>
          <a:ext cx="81883" cy="111381"/>
        </a:xfrm>
        <a:prstGeom prst="rightArrow">
          <a:avLst>
            <a:gd name="adj1" fmla="val 66700"/>
            <a:gd name="adj2" fmla="val 50000"/>
          </a:avLst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48E0C72-6813-47C4-B677-4C0D13FE2C4D}">
      <dsp:nvSpPr>
        <dsp:cNvPr id="0" name=""/>
        <dsp:cNvSpPr/>
      </dsp:nvSpPr>
      <dsp:spPr>
        <a:xfrm>
          <a:off x="2903362" y="3586023"/>
          <a:ext cx="2545863" cy="636465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alpha val="90000"/>
            <a:hueOff val="-6739762"/>
            <a:satOff val="-22832"/>
            <a:lumOff val="-2928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6739762"/>
              <a:satOff val="-22832"/>
              <a:lumOff val="-29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Strategy effectiveness</a:t>
          </a:r>
          <a:endParaRPr lang="en-MY" sz="1800" kern="1200" dirty="0"/>
        </a:p>
      </dsp:txBody>
      <dsp:txXfrm>
        <a:off x="2922003" y="3604664"/>
        <a:ext cx="2508581" cy="59918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4A0557-0C20-4963-B5F5-2F9119BB5ABB}">
      <dsp:nvSpPr>
        <dsp:cNvPr id="0" name=""/>
        <dsp:cNvSpPr/>
      </dsp:nvSpPr>
      <dsp:spPr>
        <a:xfrm>
          <a:off x="1828" y="496558"/>
          <a:ext cx="2545162" cy="63629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900" b="1" kern="1200" dirty="0"/>
            <a:t>Difficulty Comparing Campaign Performance</a:t>
          </a:r>
          <a:endParaRPr lang="en-MY" sz="1900" kern="1200" dirty="0"/>
        </a:p>
      </dsp:txBody>
      <dsp:txXfrm>
        <a:off x="20464" y="515194"/>
        <a:ext cx="2507890" cy="599018"/>
      </dsp:txXfrm>
    </dsp:sp>
    <dsp:sp modelId="{D59C36BD-E805-45CF-9008-14548A11B287}">
      <dsp:nvSpPr>
        <dsp:cNvPr id="0" name=""/>
        <dsp:cNvSpPr/>
      </dsp:nvSpPr>
      <dsp:spPr>
        <a:xfrm rot="5400000">
          <a:off x="1216276" y="1193440"/>
          <a:ext cx="116266" cy="111350"/>
        </a:xfrm>
        <a:prstGeom prst="rightArrow">
          <a:avLst>
            <a:gd name="adj1" fmla="val 667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DE085B1-A007-4356-9C0C-98E37DC6C5EC}">
      <dsp:nvSpPr>
        <dsp:cNvPr id="0" name=""/>
        <dsp:cNvSpPr/>
      </dsp:nvSpPr>
      <dsp:spPr>
        <a:xfrm>
          <a:off x="1828" y="1365382"/>
          <a:ext cx="2545162" cy="636290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Campaigns, channels &amp; time</a:t>
          </a:r>
          <a:endParaRPr lang="en-MY" sz="1800" kern="1200" dirty="0"/>
        </a:p>
      </dsp:txBody>
      <dsp:txXfrm>
        <a:off x="20464" y="1384018"/>
        <a:ext cx="2507890" cy="599018"/>
      </dsp:txXfrm>
    </dsp:sp>
    <dsp:sp modelId="{9253E153-7242-428E-BAC9-89E6B3E9CFA9}">
      <dsp:nvSpPr>
        <dsp:cNvPr id="0" name=""/>
        <dsp:cNvSpPr/>
      </dsp:nvSpPr>
      <dsp:spPr>
        <a:xfrm rot="5400000">
          <a:off x="1223650" y="2052432"/>
          <a:ext cx="101518" cy="111350"/>
        </a:xfrm>
        <a:prstGeom prst="rightArrow">
          <a:avLst>
            <a:gd name="adj1" fmla="val 66700"/>
            <a:gd name="adj2" fmla="val 50000"/>
          </a:avLst>
        </a:prstGeom>
        <a:solidFill>
          <a:schemeClr val="accent5">
            <a:hueOff val="-1351709"/>
            <a:satOff val="-3484"/>
            <a:lumOff val="-235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C416E15-DA92-4D51-AAE8-586622E161DC}">
      <dsp:nvSpPr>
        <dsp:cNvPr id="0" name=""/>
        <dsp:cNvSpPr/>
      </dsp:nvSpPr>
      <dsp:spPr>
        <a:xfrm>
          <a:off x="1828" y="2214542"/>
          <a:ext cx="2545162" cy="809336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alpha val="90000"/>
            <a:hueOff val="-1347952"/>
            <a:satOff val="-4566"/>
            <a:lumOff val="-586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1347952"/>
              <a:satOff val="-4566"/>
              <a:lumOff val="-58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Budget allocation</a:t>
          </a:r>
          <a:endParaRPr lang="en-MY" sz="1800" kern="1200" dirty="0"/>
        </a:p>
      </dsp:txBody>
      <dsp:txXfrm>
        <a:off x="25533" y="2238247"/>
        <a:ext cx="2497752" cy="761926"/>
      </dsp:txXfrm>
    </dsp:sp>
    <dsp:sp modelId="{83F32F3B-CAD3-4B24-B28C-0DC84EC0928E}">
      <dsp:nvSpPr>
        <dsp:cNvPr id="0" name=""/>
        <dsp:cNvSpPr/>
      </dsp:nvSpPr>
      <dsp:spPr>
        <a:xfrm rot="5400000">
          <a:off x="1228501" y="3069788"/>
          <a:ext cx="91817" cy="111350"/>
        </a:xfrm>
        <a:prstGeom prst="rightArrow">
          <a:avLst>
            <a:gd name="adj1" fmla="val 66700"/>
            <a:gd name="adj2" fmla="val 50000"/>
          </a:avLst>
        </a:prstGeom>
        <a:solidFill>
          <a:schemeClr val="accent5">
            <a:hueOff val="-2703417"/>
            <a:satOff val="-6968"/>
            <a:lumOff val="-470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2E8C63E-A690-45D8-AEE5-490A8FC85D73}">
      <dsp:nvSpPr>
        <dsp:cNvPr id="0" name=""/>
        <dsp:cNvSpPr/>
      </dsp:nvSpPr>
      <dsp:spPr>
        <a:xfrm>
          <a:off x="1828" y="3227047"/>
          <a:ext cx="2545162" cy="636290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alpha val="90000"/>
            <a:hueOff val="-2695905"/>
            <a:satOff val="-9133"/>
            <a:lumOff val="-1171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2695905"/>
              <a:satOff val="-9133"/>
              <a:lumOff val="-117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Assumption</a:t>
          </a:r>
          <a:endParaRPr lang="en-MY" sz="1800" kern="1200" dirty="0"/>
        </a:p>
      </dsp:txBody>
      <dsp:txXfrm>
        <a:off x="20464" y="3245683"/>
        <a:ext cx="2507890" cy="599018"/>
      </dsp:txXfrm>
    </dsp:sp>
    <dsp:sp modelId="{6D5A55C4-6909-4827-94D2-C704E2589406}">
      <dsp:nvSpPr>
        <dsp:cNvPr id="0" name=""/>
        <dsp:cNvSpPr/>
      </dsp:nvSpPr>
      <dsp:spPr>
        <a:xfrm>
          <a:off x="2903313" y="496558"/>
          <a:ext cx="2545162" cy="636290"/>
        </a:xfrm>
        <a:prstGeom prst="roundRect">
          <a:avLst>
            <a:gd name="adj" fmla="val 10000"/>
          </a:avLst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900" b="1" kern="1200" dirty="0"/>
            <a:t>Lack of Interactive Analysis Tools</a:t>
          </a:r>
          <a:endParaRPr lang="en-MY" sz="1900" kern="1200" dirty="0"/>
        </a:p>
      </dsp:txBody>
      <dsp:txXfrm>
        <a:off x="2921949" y="515194"/>
        <a:ext cx="2507890" cy="599018"/>
      </dsp:txXfrm>
    </dsp:sp>
    <dsp:sp modelId="{FFDE8BB4-FF46-4024-AF50-4457F3C35C83}">
      <dsp:nvSpPr>
        <dsp:cNvPr id="0" name=""/>
        <dsp:cNvSpPr/>
      </dsp:nvSpPr>
      <dsp:spPr>
        <a:xfrm rot="5400000">
          <a:off x="4120219" y="1188524"/>
          <a:ext cx="111350" cy="111350"/>
        </a:xfrm>
        <a:prstGeom prst="rightArrow">
          <a:avLst>
            <a:gd name="adj1" fmla="val 66700"/>
            <a:gd name="adj2" fmla="val 50000"/>
          </a:avLst>
        </a:prstGeom>
        <a:solidFill>
          <a:schemeClr val="accent5">
            <a:hueOff val="-4055126"/>
            <a:satOff val="-10451"/>
            <a:lumOff val="-7059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77538E6-90C8-47AA-9DE6-002165D66F59}">
      <dsp:nvSpPr>
        <dsp:cNvPr id="0" name=""/>
        <dsp:cNvSpPr/>
      </dsp:nvSpPr>
      <dsp:spPr>
        <a:xfrm>
          <a:off x="2903313" y="1355550"/>
          <a:ext cx="2545162" cy="636290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alpha val="90000"/>
            <a:hueOff val="-4043857"/>
            <a:satOff val="-13699"/>
            <a:lumOff val="-1757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4043857"/>
              <a:satOff val="-13699"/>
              <a:lumOff val="-175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No Centralized dashboard</a:t>
          </a:r>
          <a:endParaRPr lang="en-MY" sz="1800" kern="1200" dirty="0"/>
        </a:p>
      </dsp:txBody>
      <dsp:txXfrm>
        <a:off x="2921949" y="1374186"/>
        <a:ext cx="2507890" cy="599018"/>
      </dsp:txXfrm>
    </dsp:sp>
    <dsp:sp modelId="{214EFFA6-4722-4B92-AB29-950B0C641CB0}">
      <dsp:nvSpPr>
        <dsp:cNvPr id="0" name=""/>
        <dsp:cNvSpPr/>
      </dsp:nvSpPr>
      <dsp:spPr>
        <a:xfrm rot="5400000">
          <a:off x="4120219" y="2047516"/>
          <a:ext cx="111350" cy="111350"/>
        </a:xfrm>
        <a:prstGeom prst="rightArrow">
          <a:avLst>
            <a:gd name="adj1" fmla="val 66700"/>
            <a:gd name="adj2" fmla="val 50000"/>
          </a:avLst>
        </a:prstGeom>
        <a:solidFill>
          <a:schemeClr val="accent5">
            <a:hueOff val="-5406834"/>
            <a:satOff val="-13935"/>
            <a:lumOff val="-941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480F1E1-80BC-4EDA-A02B-CE94B594ED40}">
      <dsp:nvSpPr>
        <dsp:cNvPr id="0" name=""/>
        <dsp:cNvSpPr/>
      </dsp:nvSpPr>
      <dsp:spPr>
        <a:xfrm>
          <a:off x="2903313" y="2214542"/>
          <a:ext cx="2545162" cy="824925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alpha val="90000"/>
            <a:hueOff val="-5391810"/>
            <a:satOff val="-18266"/>
            <a:lumOff val="-2342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5391810"/>
              <a:satOff val="-18266"/>
              <a:lumOff val="-234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Campaign type, audience segments, time period</a:t>
          </a:r>
          <a:endParaRPr lang="en-MY" sz="1800" kern="1200" dirty="0"/>
        </a:p>
      </dsp:txBody>
      <dsp:txXfrm>
        <a:off x="2927474" y="2238703"/>
        <a:ext cx="2496840" cy="776603"/>
      </dsp:txXfrm>
    </dsp:sp>
    <dsp:sp modelId="{4B4C8333-E82F-491E-BC5F-6ACE940F0B6B}">
      <dsp:nvSpPr>
        <dsp:cNvPr id="0" name=""/>
        <dsp:cNvSpPr/>
      </dsp:nvSpPr>
      <dsp:spPr>
        <a:xfrm rot="5400000">
          <a:off x="4139809" y="3075553"/>
          <a:ext cx="72170" cy="111350"/>
        </a:xfrm>
        <a:prstGeom prst="rightArrow">
          <a:avLst>
            <a:gd name="adj1" fmla="val 66700"/>
            <a:gd name="adj2" fmla="val 50000"/>
          </a:avLst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3037EBD-15D7-4285-8125-168803D4F9FF}">
      <dsp:nvSpPr>
        <dsp:cNvPr id="0" name=""/>
        <dsp:cNvSpPr/>
      </dsp:nvSpPr>
      <dsp:spPr>
        <a:xfrm>
          <a:off x="2903313" y="3222990"/>
          <a:ext cx="2545162" cy="636290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alpha val="90000"/>
            <a:hueOff val="-6739762"/>
            <a:satOff val="-22832"/>
            <a:lumOff val="-2928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6739762"/>
              <a:satOff val="-22832"/>
              <a:lumOff val="-29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Hidden patterns</a:t>
          </a:r>
          <a:endParaRPr lang="en-MY" sz="1800" kern="1200" dirty="0"/>
        </a:p>
      </dsp:txBody>
      <dsp:txXfrm>
        <a:off x="2921949" y="3241626"/>
        <a:ext cx="2507890" cy="59901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5C3CD1-A552-4245-995C-B20ACE1B74D3}">
      <dsp:nvSpPr>
        <dsp:cNvPr id="0" name=""/>
        <dsp:cNvSpPr/>
      </dsp:nvSpPr>
      <dsp:spPr>
        <a:xfrm>
          <a:off x="4719485" y="1911841"/>
          <a:ext cx="1315061" cy="1244317"/>
        </a:xfrm>
        <a:prstGeom prst="ellips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Objective</a:t>
          </a:r>
          <a:endParaRPr lang="en-MY" sz="1800" kern="1200" dirty="0"/>
        </a:p>
      </dsp:txBody>
      <dsp:txXfrm>
        <a:off x="4912071" y="2094067"/>
        <a:ext cx="929889" cy="879865"/>
      </dsp:txXfrm>
    </dsp:sp>
    <dsp:sp modelId="{CF43F50D-B138-420E-89F5-F10C08E63E71}">
      <dsp:nvSpPr>
        <dsp:cNvPr id="0" name=""/>
        <dsp:cNvSpPr/>
      </dsp:nvSpPr>
      <dsp:spPr>
        <a:xfrm rot="16200000">
          <a:off x="5282015" y="1511457"/>
          <a:ext cx="190001" cy="45302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MY" sz="1800" kern="1200"/>
        </a:p>
      </dsp:txBody>
      <dsp:txXfrm>
        <a:off x="5310515" y="1630563"/>
        <a:ext cx="133001" cy="271817"/>
      </dsp:txXfrm>
    </dsp:sp>
    <dsp:sp modelId="{7CBCC82F-51D7-424C-BE74-F46854E4C9E7}">
      <dsp:nvSpPr>
        <dsp:cNvPr id="0" name=""/>
        <dsp:cNvSpPr/>
      </dsp:nvSpPr>
      <dsp:spPr>
        <a:xfrm>
          <a:off x="4474434" y="-213878"/>
          <a:ext cx="1805162" cy="1767227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800" kern="1200" dirty="0"/>
            <a:t>Campaign performance</a:t>
          </a:r>
        </a:p>
      </dsp:txBody>
      <dsp:txXfrm>
        <a:off x="4738794" y="44926"/>
        <a:ext cx="1276442" cy="1249619"/>
      </dsp:txXfrm>
    </dsp:sp>
    <dsp:sp modelId="{7ECABA41-8459-4F48-86FE-E6CE5D1A77CA}">
      <dsp:nvSpPr>
        <dsp:cNvPr id="0" name=""/>
        <dsp:cNvSpPr/>
      </dsp:nvSpPr>
      <dsp:spPr>
        <a:xfrm rot="20520000">
          <a:off x="6059676" y="2059012"/>
          <a:ext cx="164118" cy="45302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hueOff val="-1689636"/>
                <a:satOff val="-4355"/>
                <a:lumOff val="-2941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-1689636"/>
                <a:satOff val="-4355"/>
                <a:lumOff val="-2941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-1689636"/>
                <a:satOff val="-4355"/>
                <a:lumOff val="-2941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MY" sz="1800" kern="1200"/>
        </a:p>
      </dsp:txBody>
      <dsp:txXfrm>
        <a:off x="6060881" y="2157225"/>
        <a:ext cx="114883" cy="271817"/>
      </dsp:txXfrm>
    </dsp:sp>
    <dsp:sp modelId="{019D7EE4-EF58-4F29-B836-6C0F481681FD}">
      <dsp:nvSpPr>
        <dsp:cNvPr id="0" name=""/>
        <dsp:cNvSpPr/>
      </dsp:nvSpPr>
      <dsp:spPr>
        <a:xfrm>
          <a:off x="6247456" y="1074296"/>
          <a:ext cx="1805162" cy="1767227"/>
        </a:xfrm>
        <a:prstGeom prst="ellipse">
          <a:avLst/>
        </a:prstGeom>
        <a:gradFill rotWithShape="0">
          <a:gsLst>
            <a:gs pos="0">
              <a:schemeClr val="accent5">
                <a:hueOff val="-1689636"/>
                <a:satOff val="-4355"/>
                <a:lumOff val="-2941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-1689636"/>
                <a:satOff val="-4355"/>
                <a:lumOff val="-2941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-1689636"/>
                <a:satOff val="-4355"/>
                <a:lumOff val="-2941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Calibri" panose="020F0502020204030204" pitchFamily="34" charset="0"/>
            <a:buNone/>
          </a:pPr>
          <a:r>
            <a:rPr lang="en-MY" sz="1800" kern="1200" dirty="0"/>
            <a:t>Customer engagement</a:t>
          </a:r>
        </a:p>
      </dsp:txBody>
      <dsp:txXfrm>
        <a:off x="6511816" y="1333100"/>
        <a:ext cx="1276442" cy="1249619"/>
      </dsp:txXfrm>
    </dsp:sp>
    <dsp:sp modelId="{85747071-ECC6-453A-BF2D-2CD1A5A106CA}">
      <dsp:nvSpPr>
        <dsp:cNvPr id="0" name=""/>
        <dsp:cNvSpPr/>
      </dsp:nvSpPr>
      <dsp:spPr>
        <a:xfrm rot="3240000">
          <a:off x="5756346" y="2953786"/>
          <a:ext cx="180469" cy="45302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hueOff val="-3379271"/>
                <a:satOff val="-8710"/>
                <a:lumOff val="-5883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-3379271"/>
                <a:satOff val="-8710"/>
                <a:lumOff val="-5883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-3379271"/>
                <a:satOff val="-8710"/>
                <a:lumOff val="-5883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MY" sz="1800" kern="1200"/>
        </a:p>
      </dsp:txBody>
      <dsp:txXfrm>
        <a:off x="5767505" y="3022492"/>
        <a:ext cx="126328" cy="271817"/>
      </dsp:txXfrm>
    </dsp:sp>
    <dsp:sp modelId="{9ADBC00B-21AB-4A64-926B-A1A9FD2E85AC}">
      <dsp:nvSpPr>
        <dsp:cNvPr id="0" name=""/>
        <dsp:cNvSpPr/>
      </dsp:nvSpPr>
      <dsp:spPr>
        <a:xfrm>
          <a:off x="5570222" y="3158608"/>
          <a:ext cx="1805162" cy="1767227"/>
        </a:xfrm>
        <a:prstGeom prst="ellipse">
          <a:avLst/>
        </a:prstGeom>
        <a:gradFill rotWithShape="0">
          <a:gsLst>
            <a:gs pos="0">
              <a:schemeClr val="accent5">
                <a:hueOff val="-3379271"/>
                <a:satOff val="-8710"/>
                <a:lumOff val="-5883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-3379271"/>
                <a:satOff val="-8710"/>
                <a:lumOff val="-5883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-3379271"/>
                <a:satOff val="-8710"/>
                <a:lumOff val="-5883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800" u="none" kern="1200" dirty="0"/>
            <a:t>Conversions</a:t>
          </a:r>
          <a:endParaRPr lang="en-MY" sz="1800" kern="1200" dirty="0"/>
        </a:p>
      </dsp:txBody>
      <dsp:txXfrm>
        <a:off x="5834582" y="3417412"/>
        <a:ext cx="1276442" cy="1249619"/>
      </dsp:txXfrm>
    </dsp:sp>
    <dsp:sp modelId="{796DB60B-DED7-4FFD-8B8E-2B0077F32A0C}">
      <dsp:nvSpPr>
        <dsp:cNvPr id="0" name=""/>
        <dsp:cNvSpPr/>
      </dsp:nvSpPr>
      <dsp:spPr>
        <a:xfrm rot="7560000">
          <a:off x="4817215" y="2953786"/>
          <a:ext cx="180469" cy="45302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hueOff val="-5068907"/>
                <a:satOff val="-13064"/>
                <a:lumOff val="-8824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-5068907"/>
                <a:satOff val="-13064"/>
                <a:lumOff val="-8824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-5068907"/>
                <a:satOff val="-13064"/>
                <a:lumOff val="-8824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MY" sz="1800" kern="1200"/>
        </a:p>
      </dsp:txBody>
      <dsp:txXfrm rot="10800000">
        <a:off x="4860197" y="3022492"/>
        <a:ext cx="126328" cy="271817"/>
      </dsp:txXfrm>
    </dsp:sp>
    <dsp:sp modelId="{341702C8-8866-4BDD-BB99-FF3B569ED49B}">
      <dsp:nvSpPr>
        <dsp:cNvPr id="0" name=""/>
        <dsp:cNvSpPr/>
      </dsp:nvSpPr>
      <dsp:spPr>
        <a:xfrm>
          <a:off x="3378647" y="3158608"/>
          <a:ext cx="1805162" cy="1767227"/>
        </a:xfrm>
        <a:prstGeom prst="ellipse">
          <a:avLst/>
        </a:prstGeom>
        <a:gradFill rotWithShape="0">
          <a:gsLst>
            <a:gs pos="0">
              <a:schemeClr val="accent5">
                <a:hueOff val="-5068907"/>
                <a:satOff val="-13064"/>
                <a:lumOff val="-8824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-5068907"/>
                <a:satOff val="-13064"/>
                <a:lumOff val="-8824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-5068907"/>
                <a:satOff val="-13064"/>
                <a:lumOff val="-8824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800" kern="1200" dirty="0"/>
            <a:t>Marketing strategies</a:t>
          </a:r>
        </a:p>
      </dsp:txBody>
      <dsp:txXfrm>
        <a:off x="3643007" y="3417412"/>
        <a:ext cx="1276442" cy="1249619"/>
      </dsp:txXfrm>
    </dsp:sp>
    <dsp:sp modelId="{67AA5855-57D4-476C-9C9B-55D9472DDB55}">
      <dsp:nvSpPr>
        <dsp:cNvPr id="0" name=""/>
        <dsp:cNvSpPr/>
      </dsp:nvSpPr>
      <dsp:spPr>
        <a:xfrm rot="11880000">
          <a:off x="4530236" y="2059012"/>
          <a:ext cx="164118" cy="45302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MY" sz="1800" kern="1200"/>
        </a:p>
      </dsp:txBody>
      <dsp:txXfrm rot="10800000">
        <a:off x="4578266" y="2157225"/>
        <a:ext cx="114883" cy="271817"/>
      </dsp:txXfrm>
    </dsp:sp>
    <dsp:sp modelId="{BF60348B-B673-46B3-9E99-58AF08AA3AA7}">
      <dsp:nvSpPr>
        <dsp:cNvPr id="0" name=""/>
        <dsp:cNvSpPr/>
      </dsp:nvSpPr>
      <dsp:spPr>
        <a:xfrm>
          <a:off x="2701413" y="1074296"/>
          <a:ext cx="1805162" cy="1767227"/>
        </a:xfrm>
        <a:prstGeom prst="ellipse">
          <a:avLst/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Budget allocation </a:t>
          </a:r>
          <a:endParaRPr lang="en-MY" sz="1800" kern="1200" dirty="0"/>
        </a:p>
      </dsp:txBody>
      <dsp:txXfrm>
        <a:off x="2965773" y="1333100"/>
        <a:ext cx="1276442" cy="12496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RadialCluster">
  <dgm:title val=""/>
  <dgm:desc val=""/>
  <dgm:catLst>
    <dgm:cat type="relationship" pri="19500"/>
    <dgm:cat type="cycle" pri="1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alg type="composite">
      <dgm:param type="ar" val="1.00"/>
    </dgm:alg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cnt="1 0" func="cnt" op="equ" val="1">
            <dgm:constrLst>
              <dgm:constr type="l" for="ch" forName="textCenter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r" for="ch" forName="cycle_1" refType="w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5" axis="ch ch" ptType="node node" cnt="1 0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6" axis="ch ch" ptType="node node" cnt="1 0" func="cnt" op="equ" val="3">
            <dgm:choose name="Name7">
              <dgm:if name="Name8" axis="ch ch ch" ptType="node node node" st="1 2 0" cnt="1 1 0" func="cnt" op="equ" val="1">
                <dgm:choose name="Name9">
                  <dgm:if name="Name10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12">
                <dgm:choose name="Name13">
                  <dgm:if name="Name14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5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16" axis="ch ch" ptType="node node" cnt="1 0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r" for="ch" forName="cycle_2" refType="w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l" for="ch" forName="cycle_4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17" axis="ch ch" ptType="node node" cnt="1 0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r" for="ch" forName="cycle_3" refType="w" fact="0.89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l" for="ch" forName="cycle_4" refType="w" fact="0.11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18" axis="ch ch" ptType="node node" cnt="1 0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r" for="ch" forName="cycle_3" refType="w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l" for="ch" forName="cycle_6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19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r" for="ch" forName="cycle_2" refType="w" fact="0.938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r" for="ch" forName="cycle_3" refType="w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r" for="ch" forName="cycle_4" refType="w" fact="0.8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l" for="ch" forName="cycle_5" refType="w" fact="0.2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l" for="ch" forName="cycle_6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l" for="ch" forName="cycle_7" refType="w" fact="0.062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if>
      <dgm:else name="Name20">
        <dgm:choose name="Name21">
          <dgm:if name="Name22" axis="ch ch" ptType="node node" func="cnt" op="equ" val="1">
            <dgm:constrLst>
              <dgm:constr type="r" for="ch" forName="textCenter" refType="w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l" for="ch" forName="cycle_1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23" axis="ch ch" ptType="node node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24" axis="ch ch" ptType="node node" func="cnt" op="equ" val="3">
            <dgm:choose name="Name25">
              <dgm:if name="Name26" axis="ch ch ch" ptType="node node node" st="1 2 0" cnt="1 1 0" func="cnt" op="equ" val="1">
                <dgm:choose name="Name27">
                  <dgm:if name="Name28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29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30">
                <dgm:choose name="Name31">
                  <dgm:if name="Name32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33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34" axis="ch ch" ptType="node node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l" for="ch" forName="cycle_2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r" for="ch" forName="cycle_4" refType="w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35" axis="ch ch" ptType="node node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l" for="ch" forName="cycle_3" refType="w" fact="0.11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r" for="ch" forName="cycle_4" refType="w" fact="0.89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36" axis="ch ch" ptType="node node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l" for="ch" forName="cycle_3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r" for="ch" forName="cycle_6" refType="w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37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l" for="ch" forName="cycle_2" refType="w" fact="0.062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l" for="ch" forName="cycle_3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l" for="ch" forName="cycle_4" refType="w" fact="0.2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r" for="ch" forName="cycle_5" refType="w" fact="0.8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r" for="ch" forName="cycle_6" refType="w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r" for="ch" forName="cycle_7" refType="w" fact="0.938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else>
    </dgm:choose>
    <dgm:forEach name="Name38" axis="ch" ptType="node" cnt="1">
      <dgm:choose name="Name39">
        <dgm:if name="Name40" axis="des" func="maxDepth" op="lte" val="1">
          <dgm:layoutNode name="singleCycle">
            <dgm:choose name="Name41">
              <dgm:if name="Name42" axis="ch" ptType="node" func="cnt" op="equ" val="1">
                <dgm:choose name="Name43">
                  <dgm:if name="Name44" func="var" arg="dir" op="equ" val="norm">
                    <dgm:alg type="cycle">
                      <dgm:param type="stAng" val="90"/>
                      <dgm:param type="ctrShpMap" val="fNode"/>
                    </dgm:alg>
                  </dgm:if>
                  <dgm:else name="Name45">
                    <dgm:alg type="cycle">
                      <dgm:param type="stAng" val="-90"/>
                      <dgm:param type="spanAng" val="-360"/>
                      <dgm:param type="ctrShpMap" val="fNode"/>
                    </dgm:alg>
                  </dgm:else>
                </dgm:choose>
              </dgm:if>
              <dgm:else name="Name46">
                <dgm:choose name="Name47">
                  <dgm:if name="Name48" func="var" arg="dir" op="equ" val="norm">
                    <dgm:alg type="cycle">
                      <dgm:param type="ctrShpMap" val="fNode"/>
                    </dgm:alg>
                  </dgm:if>
                  <dgm:else name="Name49">
                    <dgm:alg type="cycle">
                      <dgm:param type="spanAng" val="-360"/>
                      <dgm:param type="ctrShpMap" val="fNode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hoose name="Name50">
              <dgm:if name="Name51" axis="ch" ptType="node" func="cnt" op="equ" val="0">
                <dgm:constrLst>
                  <dgm:constr type="w" for="ch" forName="singleCenter" refType="w"/>
                  <dgm:constr type="h" for="ch" forName="singleCenter" refType="w" refFor="ch" refForName="singleCenter"/>
                </dgm:constrLst>
              </dgm:if>
              <dgm:if name="Name52" axis="ch" ptType="node" func="cnt" op="equ" val="1">
                <dgm:constrLst>
                  <dgm:constr type="w" for="ch" forName="singleCenter" refType="w" fact="0.5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if>
              <dgm:else name="Name53">
                <dgm:constrLst>
                  <dgm:constr type="w" for="ch" forName="singleCenter" refType="w" fact="0.3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else>
            </dgm:choose>
            <dgm:layoutNode name="singleCenter" styleLbl="node1">
              <dgm:varLst>
                <dgm:chMax val="7"/>
                <dgm:chPref val="7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self" ptType="node"/>
              <dgm:constrLst>
                <dgm:constr type="tMarg" refType="primFontSz" fact="0.2"/>
                <dgm:constr type="bMarg" refType="primFontSz" fact="0.2"/>
                <dgm:constr type="lMarg" refType="primFontSz" fact="0.2"/>
                <dgm:constr type="rMarg" refType="primFontSz" fact="0.2"/>
              </dgm:constrLst>
              <dgm:ruleLst>
                <dgm:rule type="primFontSz" val="5" fact="NaN" max="NaN"/>
              </dgm:ruleLst>
            </dgm:layoutNode>
            <dgm:forEach name="Name54" axis="ch" cnt="21">
              <dgm:forEach name="Name55" axis="self" ptType="parTrans">
                <dgm:layoutNode name="Name56">
                  <dgm:alg type="conn">
                    <dgm:param type="dim" val="1D"/>
                    <dgm:param type="begPts" val="auto"/>
                    <dgm:param type="endPts" val="auto"/>
                    <dgm:param type="begSty" val="noArr"/>
                    <dgm:param type="endSty" val="noArr"/>
                  </dgm:alg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forEach name="Name57" axis="self" ptType="node">
                <dgm:layoutNode name="text0" styleLbl="node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/>
                  </dgm:shape>
                  <dgm:presOf axis="desOrSelf" ptType="node"/>
                  <dgm:constrLst>
                    <dgm:constr type="userS"/>
                    <dgm:constr type="w" refType="userS"/>
                    <dgm:constr type="h" refType="w"/>
                    <dgm:constr type="tMarg" refType="primFontSz" fact="0.2"/>
                    <dgm:constr type="bMarg" refType="primFontSz" fact="0.2"/>
                    <dgm:constr type="lMarg" refType="primFontSz" fact="0.2"/>
                    <dgm:constr type="rMarg" refType="primFontSz" fact="0.2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if>
        <dgm:else name="Name58">
          <dgm:layoutNode name="textCenter" styleLbl="node1">
            <dgm:alg type="tx"/>
            <dgm:shape xmlns:r="http://schemas.openxmlformats.org/officeDocument/2006/relationships" type="roundRect" r:blip="">
              <dgm:adjLst/>
            </dgm:shape>
            <dgm:presOf axis="self" ptType="node"/>
            <dgm:constrLst>
              <dgm:constr type="tMarg" refType="primFontSz" fact="0.2"/>
              <dgm:constr type="bMarg" refType="primFontSz" fact="0.2"/>
              <dgm:constr type="lMarg" refType="primFontSz" fact="0.2"/>
              <dgm:constr type="rMarg" refType="primFontSz" fact="0.2"/>
            </dgm:constrLst>
            <dgm:ruleLst>
              <dgm:rule type="primFontSz" val="5" fact="NaN" max="NaN"/>
            </dgm:ruleLst>
          </dgm:layoutNode>
          <dgm:choose name="Name59">
            <dgm:if name="Name60" axis="ch" ptType="node" func="cnt" op="gte" val="1">
              <dgm:layoutNode name="cycle_1">
                <dgm:choose name="Name61">
                  <dgm:if name="Name62" func="var" arg="dir" op="equ" val="norm">
                    <dgm:choose name="Name63">
                      <dgm:if name="Name64" axis="ch" ptType="node" func="cnt" op="equ" val="1">
                        <dgm:choose name="Name65">
                          <dgm:if name="Name66" axis="ch ch" ptType="node node" st="1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67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68">
                            <dgm:alg type="cycle">
                              <dgm:param type="ctrShpMap" val="fNode"/>
                              <dgm:param type="stAng" val="0"/>
                              <dgm:param type="spanAng" val="180"/>
                            </dgm:alg>
                          </dgm:else>
                        </dgm:choose>
                      </dgm:if>
                      <dgm:if name="Name69" axis="ch" ptType="node" func="cnt" op="equ" val="2">
                        <dgm:choose name="Name70">
                          <dgm:if name="Name7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3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4" axis="ch" ptType="node" func="cnt" op="equ" val="3">
                        <dgm:choose name="Name75">
                          <dgm:if name="Name7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8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9" axis="ch" ptType="node" func="cnt" op="equ" val="4">
                        <dgm:choose name="Name80">
                          <dgm:if name="Name8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3">
                            <dgm:alg type="cycle">
                              <dgm:param type="ctrShpMap" val="fNode"/>
                              <dgm:param type="stAng" val="292.5"/>
                              <dgm:param type="spanAng" val="135"/>
                            </dgm:alg>
                          </dgm:else>
                        </dgm:choose>
                      </dgm:if>
                      <dgm:if name="Name84" axis="ch" ptType="node" func="cnt" op="equ" val="5">
                        <dgm:choose name="Name85">
                          <dgm:if name="Name8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89" axis="ch" ptType="node" func="cnt" op="equ" val="6">
                        <dgm:choose name="Name90">
                          <dgm:if name="Name9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94" axis="ch" ptType="node" func="cnt" op="gte" val="7">
                        <dgm:choose name="Name95">
                          <dgm:if name="Name9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99"/>
                    </dgm:choose>
                  </dgm:if>
                  <dgm:else name="Name100">
                    <dgm:choose name="Name101">
                      <dgm:if name="Name102" axis="ch" ptType="node" func="cnt" op="equ" val="1">
                        <dgm:choose name="Name103">
                          <dgm:if name="Name104" axis="ch ch" ptType="node node" st="1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05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06">
                            <dgm:alg type="cycle">
                              <dgm:param type="ctrShpMap" val="fNode"/>
                              <dgm:param type="stAng" val="0"/>
                              <dgm:param type="spanAng" val="-180"/>
                            </dgm:alg>
                          </dgm:else>
                        </dgm:choose>
                      </dgm:if>
                      <dgm:if name="Name107" axis="ch" ptType="node" func="cnt" op="equ" val="2">
                        <dgm:choose name="Name108">
                          <dgm:if name="Name10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1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2" axis="ch" ptType="node" func="cnt" op="equ" val="3">
                        <dgm:choose name="Name113">
                          <dgm:if name="Name11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6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7" axis="ch" ptType="node" func="cnt" op="equ" val="4">
                        <dgm:choose name="Name118">
                          <dgm:if name="Name11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1">
                            <dgm:alg type="cycle">
                              <dgm:param type="ctrShpMap" val="fNode"/>
                              <dgm:param type="stAng" val="67.5"/>
                              <dgm:param type="spanAng" val="-135"/>
                            </dgm:alg>
                          </dgm:else>
                        </dgm:choose>
                      </dgm:if>
                      <dgm:if name="Name122" axis="ch" ptType="node" func="cnt" op="equ" val="5">
                        <dgm:choose name="Name123">
                          <dgm:if name="Name12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27" axis="ch" ptType="node" func="cnt" op="equ" val="6">
                        <dgm:choose name="Name128">
                          <dgm:if name="Name12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32" axis="ch" ptType="node" func="cnt" op="gte" val="7">
                        <dgm:choose name="Name133">
                          <dgm:if name="Name13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137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138" axis="ch" ptType="node" cnt="1">
                  <dgm:layoutNode name="childCenter1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139" axis="ch">
                    <dgm:forEach name="Name140" axis="self" ptType="parTrans">
                      <dgm:layoutNode name="Name141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142" axis="self" ptType="node">
                      <dgm:layoutNode name="text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143" axis="ch" ptType="parTrans" cnt="1">
                <dgm:layoutNode name="Name144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1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145"/>
          </dgm:choose>
          <dgm:choose name="Name146">
            <dgm:if name="Name147" axis="ch" ptType="node" func="cnt" op="gte" val="2">
              <dgm:layoutNode name="cycle_2">
                <dgm:choose name="Name148">
                  <dgm:if name="Name149" func="var" arg="dir" op="equ" val="norm">
                    <dgm:choose name="Name150">
                      <dgm:if name="Name151" axis="ch" ptType="node" func="cnt" op="equ" val="2">
                        <dgm:choose name="Name152">
                          <dgm:if name="Name153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54" axis="ch ch" ptType="node node" st="2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155">
                            <dgm:alg type="cycle">
                              <dgm:param type="ctrShpMap" val="fNode"/>
                              <dgm:param type="stAng" val="90"/>
                              <dgm:param type="spanAng" val="180"/>
                            </dgm:alg>
                          </dgm:else>
                        </dgm:choose>
                      </dgm:if>
                      <dgm:if name="Name156" axis="ch" ptType="node" func="cnt" op="equ" val="3">
                        <dgm:choose name="Name157">
                          <dgm:if name="Name158" axis="ch ch" ptType="node node" st="2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159" axis="ch ch" ptType="node node" st="2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  <dgm:param type="horzAlign" val="r"/>
                              <dgm:param type="vertAlign" val="b"/>
                            </dgm:alg>
                          </dgm:if>
                          <dgm:else name="Name160">
                            <dgm:alg type="cycle">
                              <dgm:param type="ctrShpMap" val="fNode"/>
                              <dgm:param type="stAng" val="30"/>
                              <dgm:param type="spanAng" val="180"/>
                            </dgm:alg>
                          </dgm:else>
                        </dgm:choose>
                      </dgm:if>
                      <dgm:if name="Name161" axis="ch" ptType="node" func="cnt" op="equ" val="4">
                        <dgm:choose name="Name162">
                          <dgm:if name="Name163" axis="ch ch" ptType="node node" st="2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164" axis="ch ch" ptType="node node" st="2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165">
                            <dgm:alg type="cycle">
                              <dgm:param type="ctrShpMap" val="fNode"/>
                              <dgm:param type="stAng" val="22.5"/>
                              <dgm:param type="spanAng" val="135"/>
                            </dgm:alg>
                          </dgm:else>
                        </dgm:choose>
                      </dgm:if>
                      <dgm:if name="Name166" axis="ch" ptType="node" func="cnt" op="equ" val="5">
                        <dgm:choose name="Name167">
                          <dgm:if name="Name168" axis="ch ch" ptType="node node" st="2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169" axis="ch ch" ptType="node node" st="2 1" cnt="1 0" func="cnt" op="equ" val="2">
                            <dgm:alg type="cycle">
                              <dgm:param type="ctrShpMap" val="fNode"/>
                              <dgm:param type="stAng" val="27"/>
                              <dgm:param type="spanAng" val="90"/>
                            </dgm:alg>
                          </dgm:if>
                          <dgm:else name="Name17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1" axis="ch" ptType="node" func="cnt" op="equ" val="6">
                        <dgm:choose name="Name172">
                          <dgm:if name="Name173" axis="ch ch" ptType="node node" st="2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174" axis="ch ch" ptType="node node" st="2 1" cnt="1 0" func="cnt" op="equ" val="2">
                            <dgm:alg type="cycle">
                              <dgm:param type="ctrShpMap" val="fNode"/>
                              <dgm:param type="stAng" val="15"/>
                              <dgm:param type="spanAng" val="90"/>
                            </dgm:alg>
                          </dgm:if>
                          <dgm:else name="Name175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6" axis="ch" ptType="node" func="cnt" op="gte" val="7">
                        <dgm:choose name="Name177">
                          <dgm:if name="Name178" axis="ch ch" ptType="node node" st="2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179" axis="ch ch" ptType="node node" st="2 1" cnt="1 0" func="cnt" op="equ" val="2">
                            <dgm:alg type="cycle">
                              <dgm:param type="ctrShpMap" val="fNode"/>
                              <dgm:param type="stAng" val="6"/>
                              <dgm:param type="spanAng" val="90"/>
                            </dgm:alg>
                          </dgm:if>
                          <dgm:else name="Name18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181"/>
                    </dgm:choose>
                  </dgm:if>
                  <dgm:else name="Name182">
                    <dgm:choose name="Name183">
                      <dgm:if name="Name184" axis="ch" ptType="node" func="cnt" op="equ" val="2">
                        <dgm:choose name="Name185">
                          <dgm:if name="Name186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87" axis="ch ch" ptType="node node" st="2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188">
                            <dgm:alg type="cycle">
                              <dgm:param type="ctrShpMap" val="fNode"/>
                              <dgm:param type="stAng" val="270"/>
                              <dgm:param type="spanAng" val="-180"/>
                            </dgm:alg>
                          </dgm:else>
                        </dgm:choose>
                      </dgm:if>
                      <dgm:if name="Name189" axis="ch" ptType="node" func="cnt" op="equ" val="3">
                        <dgm:choose name="Name190">
                          <dgm:if name="Name191" axis="ch ch" ptType="node node" st="2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192" axis="ch ch" ptType="node node" st="2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  <dgm:param type="horzAlign" val="l"/>
                              <dgm:param type="vertAlign" val="b"/>
                            </dgm:alg>
                          </dgm:if>
                          <dgm:else name="Name193">
                            <dgm:alg type="cycle">
                              <dgm:param type="ctrShpMap" val="fNode"/>
                              <dgm:param type="stAng" val="330"/>
                              <dgm:param type="spanAng" val="-180"/>
                            </dgm:alg>
                          </dgm:else>
                        </dgm:choose>
                      </dgm:if>
                      <dgm:if name="Name194" axis="ch" ptType="node" func="cnt" op="equ" val="4">
                        <dgm:choose name="Name195">
                          <dgm:if name="Name196" axis="ch ch" ptType="node node" st="2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97" axis="ch ch" ptType="node node" st="2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98">
                            <dgm:alg type="cycle">
                              <dgm:param type="ctrShpMap" val="fNode"/>
                              <dgm:param type="stAng" val="337.5"/>
                              <dgm:param type="spanAng" val="-135"/>
                            </dgm:alg>
                          </dgm:else>
                        </dgm:choose>
                      </dgm:if>
                      <dgm:if name="Name199" axis="ch" ptType="node" func="cnt" op="equ" val="5">
                        <dgm:choose name="Name200">
                          <dgm:if name="Name201" axis="ch ch" ptType="node node" st="2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202" axis="ch ch" ptType="node node" st="2 1" cnt="1 0" func="cnt" op="equ" val="2">
                            <dgm:alg type="cycle">
                              <dgm:param type="ctrShpMap" val="fNode"/>
                              <dgm:param type="stAng" val="333"/>
                              <dgm:param type="spanAng" val="-90"/>
                            </dgm:alg>
                          </dgm:if>
                          <dgm:else name="Name20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4" axis="ch" ptType="node" func="cnt" op="equ" val="6">
                        <dgm:choose name="Name205">
                          <dgm:if name="Name206" axis="ch ch" ptType="node node" st="2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207" axis="ch ch" ptType="node node" st="2 1" cnt="1 0" func="cnt" op="equ" val="2">
                            <dgm:alg type="cycle">
                              <dgm:param type="ctrShpMap" val="fNode"/>
                              <dgm:param type="stAng" val="345"/>
                              <dgm:param type="spanAng" val="-90"/>
                            </dgm:alg>
                          </dgm:if>
                          <dgm:else name="Name20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9" axis="ch" ptType="node" func="cnt" op="gte" val="7">
                        <dgm:choose name="Name210">
                          <dgm:if name="Name211" axis="ch ch" ptType="node node" st="2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212" axis="ch ch" ptType="node node" st="2 1" cnt="1 0" func="cnt" op="equ" val="2">
                            <dgm:alg type="cycle">
                              <dgm:param type="ctrShpMap" val="fNode"/>
                              <dgm:param type="stAng" val="353"/>
                              <dgm:param type="spanAng" val="-90"/>
                            </dgm:alg>
                          </dgm:if>
                          <dgm:else name="Name21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14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15" axis="ch" ptType="node" st="2" cnt="1">
                  <dgm:layoutNode name="childCenter2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16" axis="ch">
                    <dgm:forEach name="Name217" axis="self" ptType="parTrans">
                      <dgm:layoutNode name="Name218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19" axis="self" ptType="node">
                      <dgm:layoutNode name="text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20" axis="ch" ptType="parTrans" st="2" cnt="1">
                <dgm:layoutNode name="Name221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22"/>
          </dgm:choose>
          <dgm:choose name="Name223">
            <dgm:if name="Name224" axis="ch" ptType="node" func="cnt" op="gte" val="3">
              <dgm:layoutNode name="cycle_3">
                <dgm:choose name="Name225">
                  <dgm:if name="Name226" func="var" arg="dir" op="equ" val="norm">
                    <dgm:choose name="Name227">
                      <dgm:if name="Name228" axis="ch" ptType="node" func="cnt" op="equ" val="3">
                        <dgm:choose name="Name229">
                          <dgm:if name="Name230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231" axis="ch ch" ptType="node node" st="3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  <dgm:param type="horzAlign" val="l"/>
                              <dgm:param type="vertAlign" val="b"/>
                            </dgm:alg>
                          </dgm:if>
                          <dgm:else name="Name232">
                            <dgm:alg type="cycle">
                              <dgm:param type="ctrShpMap" val="fNode"/>
                              <dgm:param type="stAng" val="150"/>
                              <dgm:param type="spanAng" val="180"/>
                            </dgm:alg>
                          </dgm:else>
                        </dgm:choose>
                      </dgm:if>
                      <dgm:if name="Name233" axis="ch" ptType="node" func="cnt" op="equ" val="4">
                        <dgm:choose name="Name234">
                          <dgm:if name="Name235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36" axis="ch ch" ptType="node node" st="3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237">
                            <dgm:alg type="cycle">
                              <dgm:param type="ctrShpMap" val="fNode"/>
                              <dgm:param type="stAng" val="112.5"/>
                              <dgm:param type="spanAng" val="135"/>
                            </dgm:alg>
                          </dgm:else>
                        </dgm:choose>
                      </dgm:if>
                      <dgm:if name="Name238" axis="ch" ptType="node" func="cnt" op="equ" val="5">
                        <dgm:choose name="Name239">
                          <dgm:if name="Name240" axis="ch ch" ptType="node node" st="3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241" axis="ch ch" ptType="node node" st="3 1" cnt="1 0" func="cnt" op="equ" val="2">
                            <dgm:alg type="cycle">
                              <dgm:param type="ctrShpMap" val="fNode"/>
                              <dgm:param type="stAng" val="99"/>
                              <dgm:param type="spanAng" val="90"/>
                            </dgm:alg>
                          </dgm:if>
                          <dgm:else name="Name24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3" axis="ch" ptType="node" func="cnt" op="equ" val="6">
                        <dgm:choose name="Name244">
                          <dgm:if name="Name245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246" axis="ch ch" ptType="node node" st="3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</dgm:alg>
                          </dgm:if>
                          <dgm:else name="Name247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8" axis="ch" ptType="node" func="cnt" op="gte" val="7">
                        <dgm:choose name="Name249">
                          <dgm:if name="Name250" axis="ch ch" ptType="node node" st="3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251" axis="ch ch" ptType="node node" st="3 1" cnt="1 0" func="cnt" op="equ" val="2">
                            <dgm:alg type="cycle">
                              <dgm:param type="ctrShpMap" val="fNode"/>
                              <dgm:param type="stAng" val="57"/>
                              <dgm:param type="spanAng" val="90"/>
                            </dgm:alg>
                          </dgm:if>
                          <dgm:else name="Name25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253"/>
                    </dgm:choose>
                  </dgm:if>
                  <dgm:else name="Name254">
                    <dgm:choose name="Name255">
                      <dgm:if name="Name256" axis="ch" ptType="node" func="cnt" op="equ" val="3">
                        <dgm:choose name="Name257">
                          <dgm:if name="Name258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259" axis="ch ch" ptType="node node" st="3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  <dgm:param type="horzAlign" val="r"/>
                              <dgm:param type="vertAlign" val="b"/>
                            </dgm:alg>
                          </dgm:if>
                          <dgm:else name="Name260">
                            <dgm:alg type="cycle">
                              <dgm:param type="ctrShpMap" val="fNode"/>
                              <dgm:param type="stAng" val="210"/>
                              <dgm:param type="spanAng" val="-180"/>
                            </dgm:alg>
                          </dgm:else>
                        </dgm:choose>
                      </dgm:if>
                      <dgm:if name="Name261" axis="ch" ptType="node" func="cnt" op="equ" val="4">
                        <dgm:choose name="Name262">
                          <dgm:if name="Name263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64" axis="ch ch" ptType="node node" st="3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265">
                            <dgm:alg type="cycle">
                              <dgm:param type="ctrShpMap" val="fNode"/>
                              <dgm:param type="stAng" val="247.5"/>
                              <dgm:param type="spanAng" val="-135"/>
                            </dgm:alg>
                          </dgm:else>
                        </dgm:choose>
                      </dgm:if>
                      <dgm:if name="Name266" axis="ch" ptType="node" func="cnt" op="equ" val="5">
                        <dgm:choose name="Name267">
                          <dgm:if name="Name268" axis="ch ch" ptType="node node" st="3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269" axis="ch ch" ptType="node node" st="3 1" cnt="1 0" func="cnt" op="equ" val="2">
                            <dgm:alg type="cycle">
                              <dgm:param type="ctrShpMap" val="fNode"/>
                              <dgm:param type="stAng" val="261"/>
                              <dgm:param type="spanAng" val="-90"/>
                            </dgm:alg>
                          </dgm:if>
                          <dgm:else name="Name27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1" axis="ch" ptType="node" func="cnt" op="equ" val="6">
                        <dgm:choose name="Name272">
                          <dgm:if name="Name273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274" axis="ch ch" ptType="node node" st="3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</dgm:alg>
                          </dgm:if>
                          <dgm:else name="Name275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6" axis="ch" ptType="node" func="cnt" op="gte" val="7">
                        <dgm:choose name="Name277">
                          <dgm:if name="Name278" axis="ch ch" ptType="node node" st="3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279" axis="ch ch" ptType="node node" st="3 1" cnt="1 0" func="cnt" op="equ" val="2">
                            <dgm:alg type="cycle">
                              <dgm:param type="ctrShpMap" val="fNode"/>
                              <dgm:param type="stAng" val="302"/>
                              <dgm:param type="spanAng" val="-90"/>
                            </dgm:alg>
                          </dgm:if>
                          <dgm:else name="Name28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81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82" axis="ch" ptType="node" st="3" cnt="1">
                  <dgm:layoutNode name="childCenter3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83" axis="ch">
                    <dgm:forEach name="Name284" axis="self" ptType="parTrans">
                      <dgm:layoutNode name="Name285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86" axis="self" ptType="node">
                      <dgm:layoutNode name="text3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87" axis="ch" ptType="parTrans" st="3" cnt="1">
                <dgm:layoutNode name="Name288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3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89"/>
          </dgm:choose>
          <dgm:choose name="Name290">
            <dgm:if name="Name291" axis="ch" ptType="node" func="cnt" op="gte" val="4">
              <dgm:layoutNode name="cycle_4">
                <dgm:choose name="Name292">
                  <dgm:if name="Name293" func="var" arg="dir" op="equ" val="norm">
                    <dgm:choose name="Name294">
                      <dgm:if name="Name295" axis="ch" ptType="node" func="cnt" op="equ" val="4">
                        <dgm:choose name="Name296">
                          <dgm:if name="Name297" axis="ch ch" ptType="node node" st="4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298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90"/>
                            </dgm:alg>
                          </dgm:if>
                          <dgm:else name="Name299">
                            <dgm:alg type="cycle">
                              <dgm:param type="ctrShpMap" val="fNode"/>
                              <dgm:param type="stAng" val="202.5"/>
                              <dgm:param type="spanAng" val="135"/>
                            </dgm:alg>
                          </dgm:else>
                        </dgm:choose>
                      </dgm:if>
                      <dgm:if name="Name300" axis="ch" ptType="node" func="cnt" op="equ" val="5">
                        <dgm:choose name="Name301">
                          <dgm:if name="Name302" axis="ch ch" ptType="node node" st="4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303" axis="ch ch" ptType="node node" st="4 1" cnt="1 0" func="cnt" op="equ" val="2">
                            <dgm:alg type="cycle">
                              <dgm:param type="ctrShpMap" val="fNode"/>
                              <dgm:param type="stAng" val="171"/>
                              <dgm:param type="spanAng" val="90"/>
                            </dgm:alg>
                          </dgm:if>
                          <dgm:else name="Name30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05" axis="ch" ptType="node" func="cnt" op="equ" val="6">
                        <dgm:choose name="Name306">
                          <dgm:if name="Name307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08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309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10" axis="ch" ptType="node" func="cnt" op="gte" val="7">
                        <dgm:choose name="Name311">
                          <dgm:if name="Name312" axis="ch ch" ptType="node node" st="4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13" axis="ch ch" ptType="node node" st="4 1" cnt="1 0" func="cnt" op="equ" val="2">
                            <dgm:alg type="cycle">
                              <dgm:param type="ctrShpMap" val="fNode"/>
                              <dgm:param type="stAng" val="109"/>
                              <dgm:param type="spanAng" val="90"/>
                            </dgm:alg>
                          </dgm:if>
                          <dgm:else name="Name31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15"/>
                    </dgm:choose>
                  </dgm:if>
                  <dgm:else name="Name316">
                    <dgm:choose name="Name317">
                      <dgm:if name="Name318" axis="ch" ptType="node" func="cnt" op="equ" val="4">
                        <dgm:choose name="Name319">
                          <dgm:if name="Name320" axis="ch ch" ptType="node node" st="4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321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-90"/>
                            </dgm:alg>
                          </dgm:if>
                          <dgm:else name="Name322">
                            <dgm:alg type="cycle">
                              <dgm:param type="ctrShpMap" val="fNode"/>
                              <dgm:param type="stAng" val="157.5"/>
                              <dgm:param type="spanAng" val="-135"/>
                            </dgm:alg>
                          </dgm:else>
                        </dgm:choose>
                      </dgm:if>
                      <dgm:if name="Name323" axis="ch" ptType="node" func="cnt" op="equ" val="5">
                        <dgm:choose name="Name324">
                          <dgm:if name="Name325" axis="ch ch" ptType="node node" st="4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326" axis="ch ch" ptType="node node" st="4 1" cnt="1 0" func="cnt" op="equ" val="2">
                            <dgm:alg type="cycle">
                              <dgm:param type="ctrShpMap" val="fNode"/>
                              <dgm:param type="stAng" val="189"/>
                              <dgm:param type="spanAng" val="-90"/>
                            </dgm:alg>
                          </dgm:if>
                          <dgm:else name="Name32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28" axis="ch" ptType="node" func="cnt" op="equ" val="6">
                        <dgm:choose name="Name329">
                          <dgm:if name="Name330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31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332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33" axis="ch" ptType="node" func="cnt" op="gte" val="7">
                        <dgm:choose name="Name334">
                          <dgm:if name="Name335" axis="ch ch" ptType="node node" st="4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36" axis="ch ch" ptType="node node" st="4 1" cnt="1 0" func="cnt" op="equ" val="2">
                            <dgm:alg type="cycle">
                              <dgm:param type="ctrShpMap" val="fNode"/>
                              <dgm:param type="stAng" val="250"/>
                              <dgm:param type="spanAng" val="-90"/>
                            </dgm:alg>
                          </dgm:if>
                          <dgm:else name="Name33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38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39" axis="ch" ptType="node" st="4" cnt="1">
                  <dgm:layoutNode name="childCenter4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40" axis="ch">
                    <dgm:forEach name="Name341" axis="self" ptType="parTrans">
                      <dgm:layoutNode name="Name342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43" axis="self" ptType="node">
                      <dgm:layoutNode name="text4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44" axis="ch" ptType="parTrans" st="4" cnt="1">
                <dgm:layoutNode name="Name345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4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46"/>
          </dgm:choose>
          <dgm:choose name="Name347">
            <dgm:if name="Name348" axis="ch" ptType="node" func="cnt" op="gte" val="5">
              <dgm:layoutNode name="cycle_5">
                <dgm:choose name="Name349">
                  <dgm:if name="Name350" func="var" arg="dir" op="equ" val="norm">
                    <dgm:choose name="Name351">
                      <dgm:if name="Name352" axis="ch" ptType="node" func="cnt" op="equ" val="5">
                        <dgm:choose name="Name353">
                          <dgm:if name="Name354" axis="ch ch" ptType="node node" st="5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355" axis="ch ch" ptType="node node" st="5 1" cnt="1 0" func="cnt" op="equ" val="2">
                            <dgm:alg type="cycle">
                              <dgm:param type="ctrShpMap" val="fNode"/>
                              <dgm:param type="stAng" val="243"/>
                              <dgm:param type="spanAng" val="90"/>
                            </dgm:alg>
                          </dgm:if>
                          <dgm:else name="Name35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57" axis="ch" ptType="node" func="cnt" op="equ" val="6">
                        <dgm:choose name="Name358">
                          <dgm:if name="Name359" axis="ch ch" ptType="node node" st="5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360" axis="ch ch" ptType="node node" st="5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</dgm:alg>
                          </dgm:if>
                          <dgm:else name="Name361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62" axis="ch" ptType="node" func="cnt" op="gte" val="7">
                        <dgm:choose name="Name363">
                          <dgm:if name="Name364" axis="ch ch" ptType="node node" st="5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65" axis="ch ch" ptType="node node" st="5 1" cnt="1 0" func="cnt" op="equ" val="2">
                            <dgm:alg type="cycle">
                              <dgm:param type="ctrShpMap" val="fNode"/>
                              <dgm:param type="stAng" val="160"/>
                              <dgm:param type="spanAng" val="90"/>
                            </dgm:alg>
                          </dgm:if>
                          <dgm:else name="Name36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67"/>
                    </dgm:choose>
                  </dgm:if>
                  <dgm:else name="Name368">
                    <dgm:choose name="Name369">
                      <dgm:if name="Name370" axis="ch" ptType="node" func="cnt" op="equ" val="5">
                        <dgm:choose name="Name371">
                          <dgm:if name="Name372" axis="ch ch" ptType="node node" st="5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373" axis="ch ch" ptType="node node" st="5 1" cnt="1 0" func="cnt" op="equ" val="2">
                            <dgm:alg type="cycle">
                              <dgm:param type="ctrShpMap" val="fNode"/>
                              <dgm:param type="stAng" val="117"/>
                              <dgm:param type="spanAng" val="-90"/>
                            </dgm:alg>
                          </dgm:if>
                          <dgm:else name="Name37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75" axis="ch" ptType="node" func="cnt" op="equ" val="6">
                        <dgm:choose name="Name376">
                          <dgm:if name="Name377" axis="ch ch" ptType="node node" st="5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378" axis="ch ch" ptType="node node" st="5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</dgm:alg>
                          </dgm:if>
                          <dgm:else name="Name379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80" axis="ch" ptType="node" func="cnt" op="gte" val="7">
                        <dgm:choose name="Name381">
                          <dgm:if name="Name382" axis="ch ch" ptType="node node" st="5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83" axis="ch ch" ptType="node node" st="5 1" cnt="1 0" func="cnt" op="equ" val="2">
                            <dgm:alg type="cycle">
                              <dgm:param type="ctrShpMap" val="fNode"/>
                              <dgm:param type="stAng" val="199"/>
                              <dgm:param type="spanAng" val="-90"/>
                            </dgm:alg>
                          </dgm:if>
                          <dgm:else name="Name38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85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86" axis="ch" ptType="node" st="5" cnt="1">
                  <dgm:layoutNode name="childCenter5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87" axis="ch">
                    <dgm:forEach name="Name388" axis="self" ptType="parTrans">
                      <dgm:layoutNode name="Name389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90" axis="self" ptType="node">
                      <dgm:layoutNode name="text5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91" axis="ch" ptType="parTrans" st="5" cnt="1">
                <dgm:layoutNode name="Name392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5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93"/>
          </dgm:choose>
          <dgm:choose name="Name394">
            <dgm:if name="Name395" axis="ch" ptType="node" func="cnt" op="gte" val="6">
              <dgm:layoutNode name="cycle_6">
                <dgm:choose name="Name396">
                  <dgm:if name="Name397" func="var" arg="dir" op="equ" val="norm">
                    <dgm:choose name="Name398">
                      <dgm:if name="Name399" axis="ch" ptType="node" func="cnt" op="equ" val="6">
                        <dgm:choose name="Name400">
                          <dgm:if name="Name401" axis="ch ch" ptType="node node" st="6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402" axis="ch ch" ptType="node node" st="6 1" cnt="1 0" func="cnt" op="equ" val="2">
                            <dgm:alg type="cycle">
                              <dgm:param type="ctrShpMap" val="fNode"/>
                              <dgm:param type="stAng" val="255"/>
                              <dgm:param type="spanAng" val="90"/>
                            </dgm:alg>
                          </dgm:if>
                          <dgm:else name="Name40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404" axis="ch" ptType="node" func="cnt" op="gte" val="7">
                        <dgm:choose name="Name405">
                          <dgm:if name="Name406" axis="ch ch" ptType="node node" st="6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407" axis="ch ch" ptType="node node" st="6 1" cnt="1 0" func="cnt" op="equ" val="2">
                            <dgm:alg type="cycle">
                              <dgm:param type="ctrShpMap" val="fNode"/>
                              <dgm:param type="stAng" val="212"/>
                              <dgm:param type="spanAng" val="90"/>
                            </dgm:alg>
                          </dgm:if>
                          <dgm:else name="Name40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09"/>
                    </dgm:choose>
                  </dgm:if>
                  <dgm:else name="Name410">
                    <dgm:choose name="Name411">
                      <dgm:if name="Name412" axis="ch" ptType="node" func="cnt" op="equ" val="6">
                        <dgm:choose name="Name413">
                          <dgm:if name="Name414" axis="ch ch" ptType="node node" st="6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415" axis="ch ch" ptType="node node" st="6 1" cnt="1 0" func="cnt" op="equ" val="2">
                            <dgm:alg type="cycle">
                              <dgm:param type="ctrShpMap" val="fNode"/>
                              <dgm:param type="stAng" val="105"/>
                              <dgm:param type="spanAng" val="-90"/>
                            </dgm:alg>
                          </dgm:if>
                          <dgm:else name="Name41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417" axis="ch" ptType="node" func="cnt" op="gte" val="7">
                        <dgm:choose name="Name418">
                          <dgm:if name="Name419" axis="ch ch" ptType="node node" st="6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420" axis="ch ch" ptType="node node" st="6 1" cnt="1 0" func="cnt" op="equ" val="2">
                            <dgm:alg type="cycle">
                              <dgm:param type="ctrShpMap" val="fNode"/>
                              <dgm:param type="stAng" val="147"/>
                              <dgm:param type="spanAng" val="-90"/>
                            </dgm:alg>
                          </dgm:if>
                          <dgm:else name="Name42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22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23" axis="ch" ptType="node" st="6" cnt="1">
                  <dgm:layoutNode name="childCenter6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24" axis="ch">
                    <dgm:forEach name="Name425" axis="self" ptType="parTrans">
                      <dgm:layoutNode name="Name426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27" axis="self" ptType="node">
                      <dgm:layoutNode name="text6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28" axis="ch" ptType="parTrans" st="6" cnt="1">
                <dgm:layoutNode name="Name429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6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30"/>
          </dgm:choose>
          <dgm:choose name="Name431">
            <dgm:if name="Name432" axis="ch" ptType="node" func="cnt" op="gte" val="7">
              <dgm:layoutNode name="cycle_7">
                <dgm:choose name="Name433">
                  <dgm:if name="Name434" func="var" arg="dir" op="equ" val="norm">
                    <dgm:choose name="Name435">
                      <dgm:if name="Name436" axis="ch" ptType="node" func="cnt" op="gte" val="7">
                        <dgm:choose name="Name437">
                          <dgm:if name="Name438" axis="ch ch" ptType="node node" st="7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439" axis="ch ch" ptType="node node" st="7 1" cnt="1 0" func="cnt" op="equ" val="2">
                            <dgm:alg type="cycle">
                              <dgm:param type="ctrShpMap" val="fNode"/>
                              <dgm:param type="stAng" val="263"/>
                              <dgm:param type="spanAng" val="90"/>
                            </dgm:alg>
                          </dgm:if>
                          <dgm:else name="Name44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41"/>
                    </dgm:choose>
                  </dgm:if>
                  <dgm:else name="Name442">
                    <dgm:choose name="Name443">
                      <dgm:if name="Name444" axis="ch" ptType="node" func="cnt" op="gte" val="7">
                        <dgm:choose name="Name445">
                          <dgm:if name="Name446" axis="ch ch" ptType="node node" st="7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447" axis="ch ch" ptType="node node" st="7 1" cnt="1 0" func="cnt" op="equ" val="2">
                            <dgm:alg type="cycle">
                              <dgm:param type="ctrShpMap" val="fNode"/>
                              <dgm:param type="stAng" val="96"/>
                              <dgm:param type="spanAng" val="-90"/>
                            </dgm:alg>
                          </dgm:if>
                          <dgm:else name="Name44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49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50" axis="ch" ptType="node" st="7" cnt="1">
                  <dgm:layoutNode name="childCenter7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51" axis="ch">
                    <dgm:forEach name="Name452" axis="self" ptType="parTrans">
                      <dgm:layoutNode name="Name453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54" axis="self" ptType="node">
                      <dgm:layoutNode name="text7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55" axis="ch" ptType="parTrans" st="7" cnt="1">
                <dgm:layoutNode name="Name456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7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5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Process1">
  <dgm:title val=""/>
  <dgm:desc val=""/>
  <dgm:catLst>
    <dgm:cat type="process" pri="1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1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2"/>
      </dgm:ptLst>
      <dgm:cxnLst>
        <dgm:cxn modelId="3" srcId="0" destId="1" srcOrd="0" destOrd="0"/>
        <dgm:cxn modelId="4" srcId="0" destId="2" srcOrd="0" destOrd="0"/>
        <dgm:cxn modelId="5" srcId="1" destId="11" srcOrd="0" destOrd="0"/>
        <dgm:cxn modelId="6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R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header" refType="h"/>
      <dgm:constr type="w" for="des" forName="header" refType="h" refFor="des" refForName="header" op="equ" fact="4"/>
      <dgm:constr type="h" for="des" forName="child" refType="h" refFor="des" refForName="header" op="equ"/>
      <dgm:constr type="w" for="des" forName="child" refType="w" refFor="des" refForName="header" op="equ"/>
      <dgm:constr type="w" for="ch" forName="hSp" refType="w" refFor="des" refForName="header" op="equ" fact="0.14"/>
      <dgm:constr type="h" for="des" forName="parTrans" refType="h" refFor="des" refForName="header" op="equ" fact="0.35"/>
      <dgm:constr type="h" for="des" forName="sibTrans" refType="h" refFor="des" refForName="parTrans" op="equ"/>
      <dgm:constr type="primFontSz" for="des" forName="child" op="equ" val="65"/>
      <dgm:constr type="primFontSz" for="des" forName="header" op="equ" val="65"/>
    </dgm:constrLst>
    <dgm:ruleLst/>
    <dgm:forEach name="Name4" axis="ch" ptType="node">
      <dgm:layoutNode name="vertFlow">
        <dgm:choose name="Name5">
          <dgm:if name="Name6" func="var" arg="dir" op="equ" val="norm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if>
          <dgm:else name="Name7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header" styleLbl="node1"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8" axis="ch" ptType="parTrans" cnt="1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w" refType="h"/>
              <dgm:constr type="connDist"/>
              <dgm:constr type="wArH" refType="h" fact="0.25"/>
              <dgm:constr type="hArH" refType="wArH" fact="2"/>
              <dgm:constr type="stemThick" refType="hArH" fact="0.667"/>
              <dgm:constr type="begPad" refType="connDist" fact="0.25"/>
              <dgm:constr type="endPad" refType="connDist" fact="0.25"/>
            </dgm:constrLst>
            <dgm:ruleLst/>
          </dgm:layoutNode>
        </dgm:forEach>
        <dgm:forEach name="Name9" axis="ch" ptType="node">
          <dgm:layoutNode name="child" styleLbl="alignAccFollowNode1">
            <dgm:varLst>
              <dgm:chMax val="0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  <dgm:forEach name="Name10" axis="followSib" ptType="sibTrans" cnt="1">
            <dgm:layoutNode name="sibTrans" styleLbl="sibTrans2D1">
              <dgm:alg type="conn">
                <dgm:param type="begPts" val="auto"/>
                <dgm:param type="endPts" val="auto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w" refType="h"/>
                <dgm:constr type="connDist"/>
                <dgm:constr type="wArH" refType="h" fact="0.25"/>
                <dgm:constr type="hArH" refType="wArH" fact="2"/>
                <dgm:constr type="stemThick" refType="hArH" fact="0.667"/>
                <dgm:constr type="begPad" refType="w" fact="0.25"/>
                <dgm:constr type="endPad" refType="w" fact="0.25"/>
              </dgm:constrLst>
              <dgm:ruleLst/>
            </dgm:layoutNode>
          </dgm:forEach>
        </dgm:forEach>
      </dgm:layoutNode>
      <dgm:choose name="Name11">
        <dgm:if name="Name12" axis="self" ptType="node" func="revPos" op="gte" val="2">
          <dgm:layoutNode name="h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3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Process1">
  <dgm:title val=""/>
  <dgm:desc val=""/>
  <dgm:catLst>
    <dgm:cat type="process" pri="1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1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2"/>
      </dgm:ptLst>
      <dgm:cxnLst>
        <dgm:cxn modelId="3" srcId="0" destId="1" srcOrd="0" destOrd="0"/>
        <dgm:cxn modelId="4" srcId="0" destId="2" srcOrd="0" destOrd="0"/>
        <dgm:cxn modelId="5" srcId="1" destId="11" srcOrd="0" destOrd="0"/>
        <dgm:cxn modelId="6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R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header" refType="h"/>
      <dgm:constr type="w" for="des" forName="header" refType="h" refFor="des" refForName="header" op="equ" fact="4"/>
      <dgm:constr type="h" for="des" forName="child" refType="h" refFor="des" refForName="header" op="equ"/>
      <dgm:constr type="w" for="des" forName="child" refType="w" refFor="des" refForName="header" op="equ"/>
      <dgm:constr type="w" for="ch" forName="hSp" refType="w" refFor="des" refForName="header" op="equ" fact="0.14"/>
      <dgm:constr type="h" for="des" forName="parTrans" refType="h" refFor="des" refForName="header" op="equ" fact="0.35"/>
      <dgm:constr type="h" for="des" forName="sibTrans" refType="h" refFor="des" refForName="parTrans" op="equ"/>
      <dgm:constr type="primFontSz" for="des" forName="child" op="equ" val="65"/>
      <dgm:constr type="primFontSz" for="des" forName="header" op="equ" val="65"/>
    </dgm:constrLst>
    <dgm:ruleLst/>
    <dgm:forEach name="Name4" axis="ch" ptType="node">
      <dgm:layoutNode name="vertFlow">
        <dgm:choose name="Name5">
          <dgm:if name="Name6" func="var" arg="dir" op="equ" val="norm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if>
          <dgm:else name="Name7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header" styleLbl="node1"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8" axis="ch" ptType="parTrans" cnt="1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w" refType="h"/>
              <dgm:constr type="connDist"/>
              <dgm:constr type="wArH" refType="h" fact="0.25"/>
              <dgm:constr type="hArH" refType="wArH" fact="2"/>
              <dgm:constr type="stemThick" refType="hArH" fact="0.667"/>
              <dgm:constr type="begPad" refType="connDist" fact="0.25"/>
              <dgm:constr type="endPad" refType="connDist" fact="0.25"/>
            </dgm:constrLst>
            <dgm:ruleLst/>
          </dgm:layoutNode>
        </dgm:forEach>
        <dgm:forEach name="Name9" axis="ch" ptType="node">
          <dgm:layoutNode name="child" styleLbl="alignAccFollowNode1">
            <dgm:varLst>
              <dgm:chMax val="0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  <dgm:forEach name="Name10" axis="followSib" ptType="sibTrans" cnt="1">
            <dgm:layoutNode name="sibTrans" styleLbl="sibTrans2D1">
              <dgm:alg type="conn">
                <dgm:param type="begPts" val="auto"/>
                <dgm:param type="endPts" val="auto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w" refType="h"/>
                <dgm:constr type="connDist"/>
                <dgm:constr type="wArH" refType="h" fact="0.25"/>
                <dgm:constr type="hArH" refType="wArH" fact="2"/>
                <dgm:constr type="stemThick" refType="hArH" fact="0.667"/>
                <dgm:constr type="begPad" refType="w" fact="0.25"/>
                <dgm:constr type="endPad" refType="w" fact="0.25"/>
              </dgm:constrLst>
              <dgm:ruleLst/>
            </dgm:layoutNode>
          </dgm:forEach>
        </dgm:forEach>
      </dgm:layoutNode>
      <dgm:choose name="Name11">
        <dgm:if name="Name12" axis="self" ptType="node" func="revPos" op="gte" val="2">
          <dgm:layoutNode name="h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3"/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radial5">
  <dgm:title val=""/>
  <dgm:desc val=""/>
  <dgm:catLst>
    <dgm:cat type="relationship" pri="23000"/>
    <dgm:cat type="cycle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  <dgm:param type="ctrShpMap" val="fNode"/>
        </dgm:alg>
      </dgm:if>
      <dgm:else name="Name3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parTrans" refType="w" refFor="ch" refForName="centerShape" fact="0.4"/>
      <dgm:constr type="w" for="ch" forName="node" refType="w" refFor="ch" refForName="centerShape" op="equ" fact="1.25"/>
      <dgm:constr type="sp" refType="w" refFor="ch" refForName="centerShape" op="equ" fact="0.4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node" refType="primFontSz" refFor="ch" refForName="centerShape" op="lte"/>
      <dgm:constr type="primFontSz" for="des" forName="connectorText" op="equ" val="55"/>
      <dgm:constr type="primFontSz" for="des" forName="connectorText" refType="primFontSz" refFor="ch" refForName="centerShape" op="lte" fact="0.8"/>
      <dgm:constr type="primFontSz" for="des" forName="connectorText" refType="primFontSz" refFor="des" refForName="node" op="lte"/>
    </dgm:constrLst>
    <dgm:choose name="Name4">
      <dgm:if name="Name5" axis="ch ch" ptType="node node" st="1 1" cnt="1 0" func="cnt" op="lte" val="6">
        <dgm:ruleLst>
          <dgm:rule type="w" for="ch" forName="node" val="NaN" fact="1" max="NaN"/>
        </dgm:ruleLst>
      </dgm:if>
      <dgm:if name="Name6" axis="ch ch" ptType="node node" st="1 1" cnt="1 0" func="cnt" op="lte" val="8">
        <dgm:ruleLst>
          <dgm:rule type="w" for="ch" forName="node" val="NaN" fact="0.9" max="NaN"/>
        </dgm:ruleLst>
      </dgm:if>
      <dgm:if name="Name7" axis="ch ch" ptType="node node" st="1 1" cnt="1 0" func="cnt" op="lte" val="10">
        <dgm:ruleLst>
          <dgm:rule type="w" for="ch" forName="node" val="NaN" fact="0.8" max="NaN"/>
        </dgm:ruleLst>
      </dgm:if>
      <dgm:if name="Name8" axis="ch ch" ptType="node node" st="1 1" cnt="1 0" func="cnt" op="lte" val="12">
        <dgm:ruleLst>
          <dgm:rule type="w" for="ch" forName="node" val="NaN" fact="0.7" max="NaN"/>
        </dgm:ruleLst>
      </dgm:if>
      <dgm:if name="Name9" axis="ch ch" ptType="node node" st="1 1" cnt="1 0" func="cnt" op="lte" val="14">
        <dgm:ruleLst>
          <dgm:rule type="w" for="ch" forName="node" val="NaN" fact="0.6" max="NaN"/>
        </dgm:ruleLst>
      </dgm:if>
      <dgm:else name="Name10">
        <dgm:ruleLst>
          <dgm:rule type="w" for="ch" forName="node" val="NaN" fact="0.5" max="NaN"/>
        </dgm:ruleLst>
      </dgm:else>
    </dgm:choose>
    <dgm:forEach name="Name11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12" axis="ch">
        <dgm:forEach name="Name13" axis="self" ptType="parTrans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h" refType="w" fact="0.85"/>
            </dgm:constrLst>
            <dgm:ruleLst/>
            <dgm:layoutNode name="connectorText">
              <dgm:alg type="tx">
                <dgm:param type="autoTxRot" val="grav"/>
              </dgm:alg>
              <dgm:shape xmlns:r="http://schemas.openxmlformats.org/officeDocument/2006/relationships" type="conn" r:blip="" hideGeom="1">
                <dgm:adjLst/>
              </dgm:shape>
              <dgm:presOf axis="self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</dgm:layoutNode>
        </dgm:forEach>
        <dgm:forEach name="Name14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w" val="INF" fact="NaN" max="NaN"/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C86D04-4CF4-4E94-A474-43B8AEDC8E55}" type="datetimeFigureOut">
              <a:rPr lang="en-MY" smtClean="0"/>
              <a:t>4/6/2026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A6A603-4BDB-4209-99AE-6A15B36602C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745850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6A603-4BDB-4209-99AE-6A15B36602CF}" type="slidenum">
              <a:rPr lang="en-MY" smtClean="0"/>
              <a:t>4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9561627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6A603-4BDB-4209-99AE-6A15B36602CF}" type="slidenum">
              <a:rPr lang="en-MY" smtClean="0"/>
              <a:t>5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915149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17D44-8AF2-129E-BBED-4E3B5A8FD2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E2D02C-2254-43AA-5E58-A0CF2EE00D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3D8B67-7965-4B49-6201-9D3809DEE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A0B7B-F518-401F-B093-DF0FB775E9EF}" type="datetimeFigureOut">
              <a:rPr lang="en-MY" smtClean="0"/>
              <a:t>4/6/2026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5C7221-4D8E-66A1-3764-652ADDA25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87C28-B7A9-B802-4EF5-D6CC121D6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6C587-6371-43B5-BF9E-E3E24C7B360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58683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A938F-471B-07E5-67FC-81948DCCD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2195B9-56B3-423D-32A8-22F2935B68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F2B3C3-17DB-A5F2-E29F-C822AA5F3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A0B7B-F518-401F-B093-DF0FB775E9EF}" type="datetimeFigureOut">
              <a:rPr lang="en-MY" smtClean="0"/>
              <a:t>4/6/2026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0E0E47-0C26-128D-FECE-D7B2A1066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CD6836-A24E-09F5-7E87-A3AD3C98F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6C587-6371-43B5-BF9E-E3E24C7B360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522568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DC6D5-0A6F-F2C8-0B2B-DD703E477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8754BD-3701-6F62-B98E-B3287D367B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435695-2421-BE3B-CC8C-6F66EB3E4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A0B7B-F518-401F-B093-DF0FB775E9EF}" type="datetimeFigureOut">
              <a:rPr lang="en-MY" smtClean="0"/>
              <a:t>4/6/2026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890537-F1FA-3A37-32AC-AA2F50766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2EDD9B-6CC0-88D5-3848-B24ED6838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6C587-6371-43B5-BF9E-E3E24C7B360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979260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ECDBF-89A9-6FFC-DB73-0AD81F9E6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15F43-392C-A385-1C88-F6AD5F9952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36A446-E3BA-6318-273C-304C5949D1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F794F0-F448-5302-2C6D-E325BA3D3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A0B7B-F518-401F-B093-DF0FB775E9EF}" type="datetimeFigureOut">
              <a:rPr lang="en-MY" smtClean="0"/>
              <a:t>4/6/2026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863768-679E-D250-0E93-79B335597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4ACB6E-B610-73C9-6C40-8AC21AA34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6C587-6371-43B5-BF9E-E3E24C7B360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508257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898BC-BC4A-508C-06CA-029062F7E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A3B055-5F4C-8A70-60D5-EF3ABB023F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0E2086-A3CC-E5D0-598B-93481C4FEB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B17621-3448-F6E9-3C66-CBF183A15C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D51D70-BE8C-5D6C-8ABC-9545BAB706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F1279D-EFC6-3A08-38B9-64DC7EF2C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A0B7B-F518-401F-B093-DF0FB775E9EF}" type="datetimeFigureOut">
              <a:rPr lang="en-MY" smtClean="0"/>
              <a:t>4/6/2026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5BAA7-A217-A13B-C215-79BD0682B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883E54-07EC-B20A-94C4-021775FE6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6C587-6371-43B5-BF9E-E3E24C7B360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724929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CD98F-B727-E90D-8489-6E8949707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04D28C-094F-EBE9-D847-0ADDEFAA2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A0B7B-F518-401F-B093-DF0FB775E9EF}" type="datetimeFigureOut">
              <a:rPr lang="en-MY" smtClean="0"/>
              <a:t>4/6/2026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D821E4-BD95-16D7-7C15-12ED9FF86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84DA16-F533-DAA6-2408-85665B639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6C587-6371-43B5-BF9E-E3E24C7B360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59921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8185CD-E453-2528-6041-022706194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A0B7B-F518-401F-B093-DF0FB775E9EF}" type="datetimeFigureOut">
              <a:rPr lang="en-MY" smtClean="0"/>
              <a:t>4/6/2026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1C34AE-7315-1728-8363-C9DA9D504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FC4AF4-8170-EA7F-774E-A752F0898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6C587-6371-43B5-BF9E-E3E24C7B360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255116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62BE3-FD5E-BE6C-72DA-A5E499EB2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AF54A3-0CF5-EC3C-0E9A-1D8D2BEA43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9A667E-07FC-08F9-A843-F8E292F203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27251E-6928-11E7-1423-D82172C5B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A0B7B-F518-401F-B093-DF0FB775E9EF}" type="datetimeFigureOut">
              <a:rPr lang="en-MY" smtClean="0"/>
              <a:t>4/6/2026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627FCD-2F8D-8C39-1A6D-73DC7CA63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67E7B-CE7F-732D-3962-694F12CE5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6C587-6371-43B5-BF9E-E3E24C7B360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566237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39BF3-B93A-C531-986D-8EBA38B5C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2A606A-B9CB-23B6-F35B-466AB91034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4709E7-C130-B340-C8CB-9F639484FB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C5EC0F-056B-CA73-5FF6-17A0AAF8B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A0B7B-F518-401F-B093-DF0FB775E9EF}" type="datetimeFigureOut">
              <a:rPr lang="en-MY" smtClean="0"/>
              <a:t>4/6/2026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86AFAD-C30A-240D-D200-3A4A3B826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895D3D-EE50-25FE-535C-A9499A0E5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6C587-6371-43B5-BF9E-E3E24C7B360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584276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D0A70-1CEA-D7F2-C615-847CF617B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966701-DE31-323B-7601-2781E50BC7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4C0203-56BD-C3DB-27FF-BB38022C2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A0B7B-F518-401F-B093-DF0FB775E9EF}" type="datetimeFigureOut">
              <a:rPr lang="en-MY" smtClean="0"/>
              <a:t>4/6/2026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132B90-DD23-9FDE-3BD5-B10AF3705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701B01-FC11-9B8A-8CAD-C7D4961E9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6C587-6371-43B5-BF9E-E3E24C7B360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78959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E941ED-350E-6914-130A-3A06893FB1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0AD90D-0935-CC23-BC9C-97BFC753AA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8B7591-CED8-EA93-AFEC-B4F1BB203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A0B7B-F518-401F-B093-DF0FB775E9EF}" type="datetimeFigureOut">
              <a:rPr lang="en-MY" smtClean="0"/>
              <a:t>4/6/2026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6AC355-4F86-36A6-385D-C80CD65A0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A5581-2A0A-BCA3-A098-2F7C2E854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6C587-6371-43B5-BF9E-E3E24C7B360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28004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E6A834-7E73-7861-0CBE-CD1F78D6F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E1EE1-C196-9BAA-851A-0EEC3FD9A8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1D509B-7B3B-218D-435B-0125310B47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DA0B7B-F518-401F-B093-DF0FB775E9EF}" type="datetimeFigureOut">
              <a:rPr lang="en-MY" smtClean="0"/>
              <a:t>4/6/2026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A791B-D1FA-D8AF-F241-0E212671E7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E369A5-77A7-47F9-A30A-4E0D683C0E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96C587-6371-43B5-BF9E-E3E24C7B360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70263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4.xml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12" Type="http://schemas.microsoft.com/office/2007/relationships/diagramDrawing" Target="../diagrams/drawing4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11" Type="http://schemas.openxmlformats.org/officeDocument/2006/relationships/diagramColors" Target="../diagrams/colors4.xml"/><Relationship Id="rId5" Type="http://schemas.openxmlformats.org/officeDocument/2006/relationships/diagramQuickStyle" Target="../diagrams/quickStyle3.xml"/><Relationship Id="rId10" Type="http://schemas.openxmlformats.org/officeDocument/2006/relationships/diagramQuickStyle" Target="../diagrams/quickStyle4.xml"/><Relationship Id="rId4" Type="http://schemas.openxmlformats.org/officeDocument/2006/relationships/diagramLayout" Target="../diagrams/layout3.xml"/><Relationship Id="rId9" Type="http://schemas.openxmlformats.org/officeDocument/2006/relationships/diagramLayout" Target="../diagrams/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BFCE1DE-FF6C-22E6-299B-15D70A9BE7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09800" y="2517059"/>
            <a:ext cx="7772400" cy="1646954"/>
          </a:xfrm>
          <a:solidFill>
            <a:schemeClr val="accent1">
              <a:lumMod val="40000"/>
              <a:lumOff val="60000"/>
            </a:schemeClr>
          </a:solidFill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dirty="0"/>
              <a:t>Marketing Campaign Effectiveness</a:t>
            </a:r>
          </a:p>
        </p:txBody>
      </p:sp>
    </p:spTree>
    <p:extLst>
      <p:ext uri="{BB962C8B-B14F-4D97-AF65-F5344CB8AC3E}">
        <p14:creationId xmlns:p14="http://schemas.microsoft.com/office/powerpoint/2010/main" val="2922395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1117AD30-3083-4FBC-A8A6-F88D31CE9B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9154479"/>
              </p:ext>
            </p:extLst>
          </p:nvPr>
        </p:nvGraphicFramePr>
        <p:xfrm>
          <a:off x="852948" y="155032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42BE2918-CFDD-5092-DABD-D4B8663D4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587" y="443781"/>
            <a:ext cx="10766323" cy="637765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Project Background</a:t>
            </a:r>
            <a:endParaRPr lang="en-MY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1071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82F5FA8-2F1C-DFC6-3598-AD797DEBF2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3918812"/>
              </p:ext>
            </p:extLst>
          </p:nvPr>
        </p:nvGraphicFramePr>
        <p:xfrm>
          <a:off x="838200" y="1602658"/>
          <a:ext cx="10515600" cy="48128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F3BDFC2-4533-8520-AD1F-3A5289957317}"/>
              </a:ext>
            </a:extLst>
          </p:cNvPr>
          <p:cNvSpPr/>
          <p:nvPr/>
        </p:nvSpPr>
        <p:spPr>
          <a:xfrm>
            <a:off x="645694" y="442452"/>
            <a:ext cx="11215241" cy="648929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Problem Statement</a:t>
            </a:r>
            <a:endParaRPr lang="en-MY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30710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BCA2707-E45A-2A23-96A5-B94769E643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9297008"/>
              </p:ext>
            </p:extLst>
          </p:nvPr>
        </p:nvGraphicFramePr>
        <p:xfrm>
          <a:off x="645695" y="1273278"/>
          <a:ext cx="5450305" cy="51521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1503A196-8046-D166-C350-428D905A91B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13643580"/>
              </p:ext>
            </p:extLst>
          </p:nvPr>
        </p:nvGraphicFramePr>
        <p:xfrm>
          <a:off x="6410631" y="1651821"/>
          <a:ext cx="5450305" cy="43950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192329B-E38F-945B-5155-56F1F9CF4D41}"/>
              </a:ext>
            </a:extLst>
          </p:cNvPr>
          <p:cNvSpPr/>
          <p:nvPr/>
        </p:nvSpPr>
        <p:spPr>
          <a:xfrm>
            <a:off x="645694" y="442452"/>
            <a:ext cx="11215241" cy="648929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Problem breakdown</a:t>
            </a:r>
            <a:endParaRPr lang="en-MY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74685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2D7B4EC4-A02B-ABF3-FB0A-71073BDFF7C6}"/>
              </a:ext>
            </a:extLst>
          </p:cNvPr>
          <p:cNvGrpSpPr/>
          <p:nvPr/>
        </p:nvGrpSpPr>
        <p:grpSpPr>
          <a:xfrm>
            <a:off x="1300440" y="1544365"/>
            <a:ext cx="10291783" cy="3906922"/>
            <a:chOff x="1054633" y="2059493"/>
            <a:chExt cx="10291783" cy="3287752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9F3E03A-F0DD-F068-3787-0F9589DCABDF}"/>
                </a:ext>
              </a:extLst>
            </p:cNvPr>
            <p:cNvSpPr/>
            <p:nvPr/>
          </p:nvSpPr>
          <p:spPr>
            <a:xfrm>
              <a:off x="5997629" y="3078134"/>
              <a:ext cx="3959286" cy="588548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350865"/>
                  </a:lnTo>
                  <a:lnTo>
                    <a:pt x="3959286" y="350865"/>
                  </a:lnTo>
                  <a:lnTo>
                    <a:pt x="3959286" y="588548"/>
                  </a:lnTo>
                </a:path>
              </a:pathLst>
            </a:custGeom>
            <a:noFill/>
          </p:spPr>
          <p:style>
            <a:lnRef idx="2">
              <a:schemeClr val="accent6"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6">
                <a:tint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02722163-CB35-E89A-FF8A-7EAE8C7288E6}"/>
                </a:ext>
              </a:extLst>
            </p:cNvPr>
            <p:cNvSpPr/>
            <p:nvPr/>
          </p:nvSpPr>
          <p:spPr>
            <a:xfrm>
              <a:off x="5997629" y="3078134"/>
              <a:ext cx="1319762" cy="588548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350865"/>
                  </a:lnTo>
                  <a:lnTo>
                    <a:pt x="1319762" y="350865"/>
                  </a:lnTo>
                  <a:lnTo>
                    <a:pt x="1319762" y="588548"/>
                  </a:lnTo>
                </a:path>
              </a:pathLst>
            </a:custGeom>
            <a:noFill/>
          </p:spPr>
          <p:style>
            <a:lnRef idx="2">
              <a:schemeClr val="accent6"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6">
                <a:tint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8663848D-F3F5-5758-04E5-F208DBC48B45}"/>
                </a:ext>
              </a:extLst>
            </p:cNvPr>
            <p:cNvSpPr/>
            <p:nvPr/>
          </p:nvSpPr>
          <p:spPr>
            <a:xfrm>
              <a:off x="4677867" y="3078134"/>
              <a:ext cx="1319762" cy="588548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1319762" y="0"/>
                  </a:moveTo>
                  <a:lnTo>
                    <a:pt x="1319762" y="350865"/>
                  </a:lnTo>
                  <a:lnTo>
                    <a:pt x="0" y="350865"/>
                  </a:lnTo>
                  <a:lnTo>
                    <a:pt x="0" y="588548"/>
                  </a:lnTo>
                </a:path>
              </a:pathLst>
            </a:custGeom>
            <a:noFill/>
          </p:spPr>
          <p:style>
            <a:lnRef idx="2">
              <a:schemeClr val="accent6"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6">
                <a:tint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BAB1F1F-E492-3197-83F7-2F0E8ADED1FD}"/>
                </a:ext>
              </a:extLst>
            </p:cNvPr>
            <p:cNvSpPr/>
            <p:nvPr/>
          </p:nvSpPr>
          <p:spPr>
            <a:xfrm>
              <a:off x="2038343" y="3078134"/>
              <a:ext cx="3959286" cy="588548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3959286" y="0"/>
                  </a:moveTo>
                  <a:lnTo>
                    <a:pt x="3959286" y="350865"/>
                  </a:lnTo>
                  <a:lnTo>
                    <a:pt x="0" y="350865"/>
                  </a:lnTo>
                  <a:lnTo>
                    <a:pt x="0" y="588548"/>
                  </a:lnTo>
                </a:path>
              </a:pathLst>
            </a:custGeom>
            <a:noFill/>
          </p:spPr>
          <p:style>
            <a:lnRef idx="2">
              <a:schemeClr val="accent6"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6">
                <a:tint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5AC7F15-8238-D188-8EAC-AC53BBE96CA6}"/>
                </a:ext>
              </a:extLst>
            </p:cNvPr>
            <p:cNvSpPr/>
            <p:nvPr/>
          </p:nvSpPr>
          <p:spPr>
            <a:xfrm>
              <a:off x="3038169" y="2059493"/>
              <a:ext cx="5935038" cy="1018641"/>
            </a:xfrm>
            <a:custGeom>
              <a:avLst/>
              <a:gdLst>
                <a:gd name="csX0" fmla="*/ 0 w 1967416"/>
                <a:gd name="csY0" fmla="*/ 0 h 1018641"/>
                <a:gd name="csX1" fmla="*/ 1967416 w 1967416"/>
                <a:gd name="csY1" fmla="*/ 0 h 1018641"/>
                <a:gd name="csX2" fmla="*/ 1967416 w 1967416"/>
                <a:gd name="csY2" fmla="*/ 1018641 h 1018641"/>
                <a:gd name="csX3" fmla="*/ 0 w 1967416"/>
                <a:gd name="csY3" fmla="*/ 1018641 h 1018641"/>
                <a:gd name="csX4" fmla="*/ 0 w 1967416"/>
                <a:gd name="csY4" fmla="*/ 0 h 10186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967416" h="1018641">
                  <a:moveTo>
                    <a:pt x="0" y="0"/>
                  </a:moveTo>
                  <a:lnTo>
                    <a:pt x="1967416" y="0"/>
                  </a:lnTo>
                  <a:lnTo>
                    <a:pt x="1967416" y="1018641"/>
                  </a:lnTo>
                  <a:lnTo>
                    <a:pt x="0" y="1018641"/>
                  </a:lnTo>
                  <a:lnTo>
                    <a:pt x="0" y="0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4">
                <a:hueOff val="0"/>
                <a:satOff val="0"/>
                <a:lumOff val="0"/>
                <a:alphaOff val="0"/>
              </a:schemeClr>
            </a:fillRef>
            <a:effectRef idx="1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7620" tIns="7620" rIns="7620" bIns="143742" numCol="1" spcCol="1270" anchor="ctr" anchorCtr="0">
              <a:noAutofit/>
            </a:bodyPr>
            <a:lstStyle/>
            <a:p>
              <a:pPr marL="0" lvl="0" indent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b="1" kern="1200" dirty="0"/>
                <a:t>Interactive Marketing Campaign Effectiveness Dashboard</a:t>
              </a:r>
            </a:p>
            <a:p>
              <a:pPr marL="0" lvl="0" indent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b="1" kern="1200" dirty="0"/>
                <a:t>Microsoft Power BI</a:t>
              </a:r>
              <a:endParaRPr lang="en-MY" b="1" kern="1200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51F8CA3-E9EA-E694-0C34-244FEF32EC7E}"/>
                </a:ext>
              </a:extLst>
            </p:cNvPr>
            <p:cNvSpPr/>
            <p:nvPr/>
          </p:nvSpPr>
          <p:spPr>
            <a:xfrm>
              <a:off x="1054633" y="3666682"/>
              <a:ext cx="2303469" cy="1205984"/>
            </a:xfrm>
            <a:custGeom>
              <a:avLst/>
              <a:gdLst>
                <a:gd name="csX0" fmla="*/ 0 w 1967416"/>
                <a:gd name="csY0" fmla="*/ 0 h 1018641"/>
                <a:gd name="csX1" fmla="*/ 1967416 w 1967416"/>
                <a:gd name="csY1" fmla="*/ 0 h 1018641"/>
                <a:gd name="csX2" fmla="*/ 1967416 w 1967416"/>
                <a:gd name="csY2" fmla="*/ 1018641 h 1018641"/>
                <a:gd name="csX3" fmla="*/ 0 w 1967416"/>
                <a:gd name="csY3" fmla="*/ 1018641 h 1018641"/>
                <a:gd name="csX4" fmla="*/ 0 w 1967416"/>
                <a:gd name="csY4" fmla="*/ 0 h 10186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967416" h="1018641">
                  <a:moveTo>
                    <a:pt x="0" y="0"/>
                  </a:moveTo>
                  <a:lnTo>
                    <a:pt x="1967416" y="0"/>
                  </a:lnTo>
                  <a:lnTo>
                    <a:pt x="1967416" y="1018641"/>
                  </a:lnTo>
                  <a:lnTo>
                    <a:pt x="0" y="1018641"/>
                  </a:lnTo>
                  <a:lnTo>
                    <a:pt x="0" y="0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5">
                <a:hueOff val="0"/>
                <a:satOff val="0"/>
                <a:lumOff val="0"/>
                <a:alphaOff val="0"/>
              </a:schemeClr>
            </a:fillRef>
            <a:effectRef idx="1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7620" tIns="7620" rIns="7620" bIns="143742" numCol="1" spcCol="1270" anchor="ctr" anchorCtr="0">
              <a:noAutofit/>
            </a:bodyPr>
            <a:lstStyle/>
            <a:p>
              <a:pPr marL="0" lvl="0" indent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MY" sz="1600" kern="1200" dirty="0"/>
                <a:t>- Unified Data Integration</a:t>
              </a:r>
            </a:p>
            <a:p>
              <a:pPr marL="0" lvl="0" indent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MY" sz="1600" kern="1200" dirty="0"/>
                <a:t>- Unified Performance view</a:t>
              </a: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A02C27B-B70E-43EA-C74C-769D633E559A}"/>
                </a:ext>
              </a:extLst>
            </p:cNvPr>
            <p:cNvSpPr/>
            <p:nvPr/>
          </p:nvSpPr>
          <p:spPr>
            <a:xfrm>
              <a:off x="1733246" y="4740274"/>
              <a:ext cx="1770674" cy="606971"/>
            </a:xfrm>
            <a:custGeom>
              <a:avLst/>
              <a:gdLst>
                <a:gd name="csX0" fmla="*/ 0 w 1770674"/>
                <a:gd name="csY0" fmla="*/ 0 h 339547"/>
                <a:gd name="csX1" fmla="*/ 1770674 w 1770674"/>
                <a:gd name="csY1" fmla="*/ 0 h 339547"/>
                <a:gd name="csX2" fmla="*/ 1770674 w 1770674"/>
                <a:gd name="csY2" fmla="*/ 339547 h 339547"/>
                <a:gd name="csX3" fmla="*/ 0 w 1770674"/>
                <a:gd name="csY3" fmla="*/ 339547 h 339547"/>
                <a:gd name="csX4" fmla="*/ 0 w 1770674"/>
                <a:gd name="csY4" fmla="*/ 0 h 3395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770674" h="339547">
                  <a:moveTo>
                    <a:pt x="0" y="0"/>
                  </a:moveTo>
                  <a:lnTo>
                    <a:pt x="1770674" y="0"/>
                  </a:lnTo>
                  <a:lnTo>
                    <a:pt x="1770674" y="339547"/>
                  </a:lnTo>
                  <a:lnTo>
                    <a:pt x="0" y="33954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1">
              <a:schemeClr val="accent5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5880" tIns="13970" rIns="55880" bIns="13970" numCol="1" spcCol="1270" anchor="ctr" anchorCtr="0">
              <a:noAutofit/>
            </a:bodyPr>
            <a:lstStyle/>
            <a:p>
              <a:pPr marL="0" lvl="0" indent="0"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kern="1200" dirty="0"/>
                <a:t>Track customer interaction </a:t>
              </a:r>
              <a:endParaRPr lang="en-MY" kern="120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CA254EA-0FDB-013E-E9DD-5AF7C280A338}"/>
                </a:ext>
              </a:extLst>
            </p:cNvPr>
            <p:cNvSpPr/>
            <p:nvPr/>
          </p:nvSpPr>
          <p:spPr>
            <a:xfrm>
              <a:off x="3751586" y="3666682"/>
              <a:ext cx="2303468" cy="1205984"/>
            </a:xfrm>
            <a:custGeom>
              <a:avLst/>
              <a:gdLst>
                <a:gd name="csX0" fmla="*/ 0 w 1967416"/>
                <a:gd name="csY0" fmla="*/ 0 h 1018641"/>
                <a:gd name="csX1" fmla="*/ 1967416 w 1967416"/>
                <a:gd name="csY1" fmla="*/ 0 h 1018641"/>
                <a:gd name="csX2" fmla="*/ 1967416 w 1967416"/>
                <a:gd name="csY2" fmla="*/ 1018641 h 1018641"/>
                <a:gd name="csX3" fmla="*/ 0 w 1967416"/>
                <a:gd name="csY3" fmla="*/ 1018641 h 1018641"/>
                <a:gd name="csX4" fmla="*/ 0 w 1967416"/>
                <a:gd name="csY4" fmla="*/ 0 h 10186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967416" h="1018641">
                  <a:moveTo>
                    <a:pt x="0" y="0"/>
                  </a:moveTo>
                  <a:lnTo>
                    <a:pt x="1967416" y="0"/>
                  </a:lnTo>
                  <a:lnTo>
                    <a:pt x="1967416" y="1018641"/>
                  </a:lnTo>
                  <a:lnTo>
                    <a:pt x="0" y="1018641"/>
                  </a:lnTo>
                  <a:lnTo>
                    <a:pt x="0" y="0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5">
                <a:hueOff val="-2252848"/>
                <a:satOff val="-5806"/>
                <a:lumOff val="-3922"/>
                <a:alphaOff val="0"/>
              </a:schemeClr>
            </a:fillRef>
            <a:effectRef idx="1">
              <a:schemeClr val="accent5">
                <a:hueOff val="-2252848"/>
                <a:satOff val="-5806"/>
                <a:lumOff val="-3922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7620" tIns="7620" rIns="7620" bIns="143742" numCol="1" spcCol="1270" anchor="ctr" anchorCtr="0">
              <a:noAutofit/>
            </a:bodyPr>
            <a:lstStyle/>
            <a:p>
              <a:pPr marL="0" lvl="0" indent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MY" sz="1600" kern="1200" dirty="0"/>
                <a:t>Advanced KPI</a:t>
              </a:r>
            </a:p>
            <a:p>
              <a:pPr marL="0" lvl="0" indent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MY" sz="1600" kern="1200" dirty="0"/>
                <a:t>Analytics</a:t>
              </a:r>
              <a:endParaRPr lang="en-MY" sz="1200" kern="120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F0FCF2C-12C6-47EA-23ED-516C54AD4B14}"/>
                </a:ext>
              </a:extLst>
            </p:cNvPr>
            <p:cNvSpPr/>
            <p:nvPr/>
          </p:nvSpPr>
          <p:spPr>
            <a:xfrm>
              <a:off x="4372770" y="4740273"/>
              <a:ext cx="1770674" cy="588548"/>
            </a:xfrm>
            <a:custGeom>
              <a:avLst/>
              <a:gdLst>
                <a:gd name="csX0" fmla="*/ 0 w 1770674"/>
                <a:gd name="csY0" fmla="*/ 0 h 339547"/>
                <a:gd name="csX1" fmla="*/ 1770674 w 1770674"/>
                <a:gd name="csY1" fmla="*/ 0 h 339547"/>
                <a:gd name="csX2" fmla="*/ 1770674 w 1770674"/>
                <a:gd name="csY2" fmla="*/ 339547 h 339547"/>
                <a:gd name="csX3" fmla="*/ 0 w 1770674"/>
                <a:gd name="csY3" fmla="*/ 339547 h 339547"/>
                <a:gd name="csX4" fmla="*/ 0 w 1770674"/>
                <a:gd name="csY4" fmla="*/ 0 h 3395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770674" h="339547">
                  <a:moveTo>
                    <a:pt x="0" y="0"/>
                  </a:moveTo>
                  <a:lnTo>
                    <a:pt x="1770674" y="0"/>
                  </a:lnTo>
                  <a:lnTo>
                    <a:pt x="1770674" y="339547"/>
                  </a:lnTo>
                  <a:lnTo>
                    <a:pt x="0" y="33954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1">
              <a:schemeClr val="accent5">
                <a:hueOff val="-2252848"/>
                <a:satOff val="-5806"/>
                <a:lumOff val="-3922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5880" tIns="13970" rIns="55880" bIns="13970" numCol="1" spcCol="1270" anchor="ctr" anchorCtr="0">
              <a:noAutofit/>
            </a:bodyPr>
            <a:lstStyle/>
            <a:p>
              <a:pPr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dirty="0"/>
                <a:t>Evaluate strategy effectiveness</a:t>
              </a:r>
              <a:endParaRPr lang="en-MY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51E4745-142A-9F18-3C18-02B9A1ACA6D2}"/>
                </a:ext>
              </a:extLst>
            </p:cNvPr>
            <p:cNvSpPr/>
            <p:nvPr/>
          </p:nvSpPr>
          <p:spPr>
            <a:xfrm>
              <a:off x="6333682" y="3666682"/>
              <a:ext cx="2303468" cy="1205984"/>
            </a:xfrm>
            <a:custGeom>
              <a:avLst/>
              <a:gdLst>
                <a:gd name="csX0" fmla="*/ 0 w 1967416"/>
                <a:gd name="csY0" fmla="*/ 0 h 1018641"/>
                <a:gd name="csX1" fmla="*/ 1967416 w 1967416"/>
                <a:gd name="csY1" fmla="*/ 0 h 1018641"/>
                <a:gd name="csX2" fmla="*/ 1967416 w 1967416"/>
                <a:gd name="csY2" fmla="*/ 1018641 h 1018641"/>
                <a:gd name="csX3" fmla="*/ 0 w 1967416"/>
                <a:gd name="csY3" fmla="*/ 1018641 h 1018641"/>
                <a:gd name="csX4" fmla="*/ 0 w 1967416"/>
                <a:gd name="csY4" fmla="*/ 0 h 10186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967416" h="1018641">
                  <a:moveTo>
                    <a:pt x="0" y="0"/>
                  </a:moveTo>
                  <a:lnTo>
                    <a:pt x="1967416" y="0"/>
                  </a:lnTo>
                  <a:lnTo>
                    <a:pt x="1967416" y="1018641"/>
                  </a:lnTo>
                  <a:lnTo>
                    <a:pt x="0" y="1018641"/>
                  </a:lnTo>
                  <a:lnTo>
                    <a:pt x="0" y="0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5">
                <a:hueOff val="-4505695"/>
                <a:satOff val="-11613"/>
                <a:lumOff val="-7843"/>
                <a:alphaOff val="0"/>
              </a:schemeClr>
            </a:fillRef>
            <a:effectRef idx="1">
              <a:schemeClr val="accent5">
                <a:hueOff val="-4505695"/>
                <a:satOff val="-11613"/>
                <a:lumOff val="-7843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7620" tIns="7620" rIns="7620" bIns="143742" numCol="1" spcCol="1270" anchor="ctr" anchorCtr="0">
              <a:noAutofit/>
            </a:bodyPr>
            <a:lstStyle/>
            <a:p>
              <a:pPr marL="0" lvl="0" indent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MY" sz="1600" kern="1200" dirty="0"/>
                <a:t>Comparison </a:t>
              </a:r>
            </a:p>
            <a:p>
              <a:pPr marL="0" lvl="0" indent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MY" sz="1600" kern="1200" dirty="0"/>
                <a:t>- Cross-Channel</a:t>
              </a:r>
            </a:p>
            <a:p>
              <a:pPr marL="0" lvl="0" indent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MY" sz="1600" kern="1200" dirty="0"/>
                <a:t>- Cross-Campaign</a:t>
              </a:r>
            </a:p>
            <a:p>
              <a:pPr marL="0" lvl="0" indent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MY" sz="1600" kern="1200" dirty="0"/>
                <a:t>-Time</a:t>
              </a:r>
              <a:r>
                <a:rPr lang="en-MY" sz="1200" kern="1200" dirty="0"/>
                <a:t> </a:t>
              </a: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08C9A96-6205-19A2-70CD-07A357D8C55E}"/>
                </a:ext>
              </a:extLst>
            </p:cNvPr>
            <p:cNvSpPr/>
            <p:nvPr/>
          </p:nvSpPr>
          <p:spPr>
            <a:xfrm>
              <a:off x="7012294" y="4740273"/>
              <a:ext cx="1770674" cy="606971"/>
            </a:xfrm>
            <a:custGeom>
              <a:avLst/>
              <a:gdLst>
                <a:gd name="csX0" fmla="*/ 0 w 1770674"/>
                <a:gd name="csY0" fmla="*/ 0 h 339547"/>
                <a:gd name="csX1" fmla="*/ 1770674 w 1770674"/>
                <a:gd name="csY1" fmla="*/ 0 h 339547"/>
                <a:gd name="csX2" fmla="*/ 1770674 w 1770674"/>
                <a:gd name="csY2" fmla="*/ 339547 h 339547"/>
                <a:gd name="csX3" fmla="*/ 0 w 1770674"/>
                <a:gd name="csY3" fmla="*/ 339547 h 339547"/>
                <a:gd name="csX4" fmla="*/ 0 w 1770674"/>
                <a:gd name="csY4" fmla="*/ 0 h 3395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770674" h="339547">
                  <a:moveTo>
                    <a:pt x="0" y="0"/>
                  </a:moveTo>
                  <a:lnTo>
                    <a:pt x="1770674" y="0"/>
                  </a:lnTo>
                  <a:lnTo>
                    <a:pt x="1770674" y="339547"/>
                  </a:lnTo>
                  <a:lnTo>
                    <a:pt x="0" y="33954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1">
              <a:schemeClr val="accent5">
                <a:hueOff val="-4505695"/>
                <a:satOff val="-11613"/>
                <a:lumOff val="-7843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5880" tIns="13970" rIns="55880" bIns="13970" numCol="1" spcCol="1270" anchor="ctr" anchorCtr="0">
              <a:noAutofit/>
            </a:bodyPr>
            <a:lstStyle/>
            <a:p>
              <a:pPr marL="0" lvl="0" indent="0"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kern="1200" dirty="0"/>
                <a:t>Efficient budget allocation</a:t>
              </a:r>
              <a:endParaRPr lang="en-MY" kern="120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7B3F641-6DC9-874E-865E-A8C22B23F775}"/>
                </a:ext>
              </a:extLst>
            </p:cNvPr>
            <p:cNvSpPr/>
            <p:nvPr/>
          </p:nvSpPr>
          <p:spPr>
            <a:xfrm>
              <a:off x="8915778" y="3666682"/>
              <a:ext cx="2303468" cy="1205984"/>
            </a:xfrm>
            <a:custGeom>
              <a:avLst/>
              <a:gdLst>
                <a:gd name="csX0" fmla="*/ 0 w 1967416"/>
                <a:gd name="csY0" fmla="*/ 0 h 1018641"/>
                <a:gd name="csX1" fmla="*/ 1967416 w 1967416"/>
                <a:gd name="csY1" fmla="*/ 0 h 1018641"/>
                <a:gd name="csX2" fmla="*/ 1967416 w 1967416"/>
                <a:gd name="csY2" fmla="*/ 1018641 h 1018641"/>
                <a:gd name="csX3" fmla="*/ 0 w 1967416"/>
                <a:gd name="csY3" fmla="*/ 1018641 h 1018641"/>
                <a:gd name="csX4" fmla="*/ 0 w 1967416"/>
                <a:gd name="csY4" fmla="*/ 0 h 10186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967416" h="1018641">
                  <a:moveTo>
                    <a:pt x="0" y="0"/>
                  </a:moveTo>
                  <a:lnTo>
                    <a:pt x="1967416" y="0"/>
                  </a:lnTo>
                  <a:lnTo>
                    <a:pt x="1967416" y="1018641"/>
                  </a:lnTo>
                  <a:lnTo>
                    <a:pt x="0" y="1018641"/>
                  </a:lnTo>
                  <a:lnTo>
                    <a:pt x="0" y="0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5">
                <a:hueOff val="-6758543"/>
                <a:satOff val="-17419"/>
                <a:lumOff val="-11765"/>
                <a:alphaOff val="0"/>
              </a:schemeClr>
            </a:fillRef>
            <a:effectRef idx="1">
              <a:schemeClr val="accent5">
                <a:hueOff val="-6758543"/>
                <a:satOff val="-17419"/>
                <a:lumOff val="-11765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7620" tIns="7620" rIns="7620" bIns="143742" numCol="1" spcCol="1270" anchor="ctr" anchorCtr="0">
              <a:noAutofit/>
            </a:bodyPr>
            <a:lstStyle/>
            <a:p>
              <a:pPr marL="0" lvl="0" indent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kern="1200" dirty="0"/>
                <a:t> -Centralized &amp; interactive dashboard </a:t>
              </a:r>
            </a:p>
            <a:p>
              <a:pPr marL="0" lvl="0" indent="0" algn="l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MY" sz="1200" kern="1200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EB0143D-4D52-03C9-95B2-1ED820710163}"/>
                </a:ext>
              </a:extLst>
            </p:cNvPr>
            <p:cNvSpPr/>
            <p:nvPr/>
          </p:nvSpPr>
          <p:spPr>
            <a:xfrm>
              <a:off x="9750138" y="4740274"/>
              <a:ext cx="1596278" cy="588548"/>
            </a:xfrm>
            <a:custGeom>
              <a:avLst/>
              <a:gdLst>
                <a:gd name="csX0" fmla="*/ 0 w 1770674"/>
                <a:gd name="csY0" fmla="*/ 0 h 339547"/>
                <a:gd name="csX1" fmla="*/ 1770674 w 1770674"/>
                <a:gd name="csY1" fmla="*/ 0 h 339547"/>
                <a:gd name="csX2" fmla="*/ 1770674 w 1770674"/>
                <a:gd name="csY2" fmla="*/ 339547 h 339547"/>
                <a:gd name="csX3" fmla="*/ 0 w 1770674"/>
                <a:gd name="csY3" fmla="*/ 339547 h 339547"/>
                <a:gd name="csX4" fmla="*/ 0 w 1770674"/>
                <a:gd name="csY4" fmla="*/ 0 h 3395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770674" h="339547">
                  <a:moveTo>
                    <a:pt x="0" y="0"/>
                  </a:moveTo>
                  <a:lnTo>
                    <a:pt x="1770674" y="0"/>
                  </a:lnTo>
                  <a:lnTo>
                    <a:pt x="1770674" y="339547"/>
                  </a:lnTo>
                  <a:lnTo>
                    <a:pt x="0" y="33954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1">
              <a:schemeClr val="accent5">
                <a:hueOff val="-6758543"/>
                <a:satOff val="-17419"/>
                <a:lumOff val="-11765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5880" tIns="13970" rIns="55880" bIns="13970" numCol="1" spcCol="1270" anchor="ctr" anchorCtr="0">
              <a:noAutofit/>
            </a:bodyPr>
            <a:lstStyle/>
            <a:p>
              <a:pPr marL="0" lvl="0" indent="0"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dirty="0"/>
                <a:t>Make informed Decision</a:t>
              </a:r>
              <a:endParaRPr lang="en-MY" kern="1200" dirty="0"/>
            </a:p>
          </p:txBody>
        </p:sp>
      </p:grp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CC4574D-E798-755F-A728-ED1286CA8195}"/>
              </a:ext>
            </a:extLst>
          </p:cNvPr>
          <p:cNvSpPr/>
          <p:nvPr/>
        </p:nvSpPr>
        <p:spPr>
          <a:xfrm>
            <a:off x="645694" y="442452"/>
            <a:ext cx="11215241" cy="648929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Solution</a:t>
            </a:r>
            <a:endParaRPr lang="en-MY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9662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FC7EFD1-57D8-C8C9-B754-7DB41008A0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8308718"/>
              </p:ext>
            </p:extLst>
          </p:nvPr>
        </p:nvGraphicFramePr>
        <p:xfrm>
          <a:off x="828367" y="1592825"/>
          <a:ext cx="10754032" cy="47119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10B8BF1-282F-6AE4-9691-E5C15BA8DD1B}"/>
              </a:ext>
            </a:extLst>
          </p:cNvPr>
          <p:cNvSpPr/>
          <p:nvPr/>
        </p:nvSpPr>
        <p:spPr>
          <a:xfrm>
            <a:off x="645694" y="442452"/>
            <a:ext cx="11215241" cy="648929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Objective</a:t>
            </a:r>
            <a:endParaRPr lang="en-MY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27719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150</Words>
  <Application>Microsoft Office PowerPoint</Application>
  <PresentationFormat>Widescreen</PresentationFormat>
  <Paragraphs>53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Marketing Campaign Effectiveness</vt:lpstr>
      <vt:lpstr>Project Background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nisaantini subramaniam</dc:creator>
  <cp:lastModifiedBy>nisaantini subramaniam</cp:lastModifiedBy>
  <cp:revision>6</cp:revision>
  <dcterms:created xsi:type="dcterms:W3CDTF">2026-06-04T08:49:02Z</dcterms:created>
  <dcterms:modified xsi:type="dcterms:W3CDTF">2026-06-04T14:26:15Z</dcterms:modified>
</cp:coreProperties>
</file>